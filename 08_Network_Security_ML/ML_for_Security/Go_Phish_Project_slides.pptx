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28"/>
  </p:notesMasterIdLst>
  <p:sldIdLst>
    <p:sldId id="256" r:id="rId2"/>
    <p:sldId id="271" r:id="rId3"/>
    <p:sldId id="267" r:id="rId4"/>
    <p:sldId id="268" r:id="rId5"/>
    <p:sldId id="269" r:id="rId6"/>
    <p:sldId id="270" r:id="rId7"/>
    <p:sldId id="272" r:id="rId8"/>
    <p:sldId id="273" r:id="rId9"/>
    <p:sldId id="274" r:id="rId10"/>
    <p:sldId id="275" r:id="rId11"/>
    <p:sldId id="276" r:id="rId12"/>
    <p:sldId id="287" r:id="rId13"/>
    <p:sldId id="262" r:id="rId14"/>
    <p:sldId id="263" r:id="rId15"/>
    <p:sldId id="264" r:id="rId16"/>
    <p:sldId id="284" r:id="rId17"/>
    <p:sldId id="265" r:id="rId18"/>
    <p:sldId id="266" r:id="rId19"/>
    <p:sldId id="288" r:id="rId20"/>
    <p:sldId id="278" r:id="rId21"/>
    <p:sldId id="282" r:id="rId22"/>
    <p:sldId id="279" r:id="rId23"/>
    <p:sldId id="280" r:id="rId24"/>
    <p:sldId id="283" r:id="rId25"/>
    <p:sldId id="277" r:id="rId26"/>
    <p:sldId id="281"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1BE39D-764C-1199-89C8-CE44B2A51C08}" v="59" dt="2020-09-08T01:07:58.187"/>
    <p1510:client id="{25949924-963C-A426-8AF1-DFC92920F4EE}" v="507" dt="2020-09-09T01:28:50.676"/>
    <p1510:client id="{43E5C6D6-C8B3-4AE4-2CFE-69039E719C13}" v="1" dt="2020-09-02T21:45:00.110"/>
    <p1510:client id="{5ECA19D4-7628-1638-6CB9-4A699263E402}" v="128" dt="2020-09-08T20:20:43.381"/>
    <p1510:client id="{5F7AECA1-2247-AEDF-5623-C0C9DF69930F}" v="47" dt="2020-09-04T13:40:46.846"/>
    <p1510:client id="{61BE94BD-7BAE-41FF-6F85-A41CF75BBD27}" v="38" dt="2020-09-02T21:40:48.055"/>
    <p1510:client id="{62141444-6F01-2565-3356-845DCACA5518}" v="291" dt="2020-09-08T22:00:11.984"/>
    <p1510:client id="{6B225490-6911-EF0A-5190-BB0E97DA304A}" v="1920" dt="2020-09-08T04:35:50.503"/>
    <p1510:client id="{74C9484E-5859-E2D5-C506-6985BE029B6D}" v="2396" dt="2020-09-04T19:44:00.346"/>
    <p1510:client id="{7B85F135-E084-89E7-265E-9747084F8FA3}" v="98" dt="2020-08-31T22:05:30.372"/>
    <p1510:client id="{833342E4-46B9-F30C-FE41-76CBB4662ED7}" v="805" dt="2020-08-31T21:43:30.367"/>
    <p1510:client id="{971D4AA9-1E21-FD4C-DD1A-989B0ED166D8}" v="123" dt="2020-09-04T19:36:29.523"/>
    <p1510:client id="{9E9D24B1-A104-B9BD-D883-F1E52971C8CC}" v="32" dt="2020-08-31T22:09:09.291"/>
    <p1510:client id="{ADFE32FB-E5D0-4BAF-EAD1-5C055AE3BA6A}" v="1616" dt="2020-09-08T01:12:26.964"/>
    <p1510:client id="{B38DEC30-863C-BCAA-515A-14C3AF5B38C4}" v="10" dt="2020-09-08T13:15:13.745"/>
    <p1510:client id="{BC141412-A317-2EB8-7E00-BB826F2C6CCC}" v="4910" dt="2020-09-09T00:35:01.235"/>
    <p1510:client id="{BFBFC650-9A2E-9651-57F9-36B4599B2336}" v="4688" dt="2020-09-07T23:21:43.787"/>
    <p1510:client id="{CBD85943-1089-476A-2496-EAEAE23B6525}" v="208" dt="2020-09-08T02:36:26.098"/>
    <p1510:client id="{CC8D50E4-9590-4CF4-3734-113203376005}" v="669" dt="2020-09-09T01:42:29.827"/>
    <p1510:client id="{E189E73C-E41B-CAC1-1246-851D55B1405F}" v="5" dt="2020-09-01T18:59:38.471"/>
    <p1510:client id="{F7E6BBDD-B6F5-C45C-5A0A-7FA49C8AFC24}" v="58" dt="2020-09-08T16:39:35.6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nnett, Erin S" userId="S::emonnett3@gatech.edu::9a1a4c1c-1c40-4f26-8289-9546ecb2afcc" providerId="AD" clId="Web-{1B1BE39D-764C-1199-89C8-CE44B2A51C08}"/>
    <pc:docChg chg="modSld">
      <pc:chgData name="Monnett, Erin S" userId="S::emonnett3@gatech.edu::9a1a4c1c-1c40-4f26-8289-9546ecb2afcc" providerId="AD" clId="Web-{1B1BE39D-764C-1199-89C8-CE44B2A51C08}" dt="2020-09-08T01:07:58.187" v="64" actId="20577"/>
      <pc:docMkLst>
        <pc:docMk/>
      </pc:docMkLst>
      <pc:sldChg chg="modSp modNotes">
        <pc:chgData name="Monnett, Erin S" userId="S::emonnett3@gatech.edu::9a1a4c1c-1c40-4f26-8289-9546ecb2afcc" providerId="AD" clId="Web-{1B1BE39D-764C-1199-89C8-CE44B2A51C08}" dt="2020-09-08T01:07:41.765" v="62" actId="20577"/>
        <pc:sldMkLst>
          <pc:docMk/>
          <pc:sldMk cId="68219366" sldId="262"/>
        </pc:sldMkLst>
        <pc:spChg chg="mod">
          <ac:chgData name="Monnett, Erin S" userId="S::emonnett3@gatech.edu::9a1a4c1c-1c40-4f26-8289-9546ecb2afcc" providerId="AD" clId="Web-{1B1BE39D-764C-1199-89C8-CE44B2A51C08}" dt="2020-09-08T01:07:41.765" v="62" actId="20577"/>
          <ac:spMkLst>
            <pc:docMk/>
            <pc:sldMk cId="68219366" sldId="262"/>
            <ac:spMk id="3" creationId="{49C73399-21A7-443E-A6C2-C9F1EA54CA9D}"/>
          </ac:spMkLst>
        </pc:spChg>
      </pc:sldChg>
    </pc:docChg>
  </pc:docChgLst>
  <pc:docChgLst>
    <pc:chgData name="D'onofrio, Matthew V" userId="S::mdonofrio7@gatech.edu::ba1e9f7e-ff91-4998-9b4f-42dd9f4e414a" providerId="AD" clId="Web-{7B85F135-E084-89E7-265E-9747084F8FA3}"/>
    <pc:docChg chg="modSld addMainMaster delMainMaster">
      <pc:chgData name="D'onofrio, Matthew V" userId="S::mdonofrio7@gatech.edu::ba1e9f7e-ff91-4998-9b4f-42dd9f4e414a" providerId="AD" clId="Web-{7B85F135-E084-89E7-265E-9747084F8FA3}" dt="2020-08-31T22:05:30.372" v="97"/>
      <pc:docMkLst>
        <pc:docMk/>
      </pc:docMkLst>
      <pc:sldChg chg="addSp delSp modSp mod setBg modClrScheme setClrOvrMap delDesignElem chgLayout">
        <pc:chgData name="D'onofrio, Matthew V" userId="S::mdonofrio7@gatech.edu::ba1e9f7e-ff91-4998-9b4f-42dd9f4e414a" providerId="AD" clId="Web-{7B85F135-E084-89E7-265E-9747084F8FA3}" dt="2020-08-31T22:05:30.372" v="97"/>
        <pc:sldMkLst>
          <pc:docMk/>
          <pc:sldMk cId="109857222" sldId="256"/>
        </pc:sldMkLst>
        <pc:spChg chg="mod ord">
          <ac:chgData name="D'onofrio, Matthew V" userId="S::mdonofrio7@gatech.edu::ba1e9f7e-ff91-4998-9b4f-42dd9f4e414a" providerId="AD" clId="Web-{7B85F135-E084-89E7-265E-9747084F8FA3}" dt="2020-08-31T22:05:25.465" v="96"/>
          <ac:spMkLst>
            <pc:docMk/>
            <pc:sldMk cId="109857222" sldId="256"/>
            <ac:spMk id="2" creationId="{00000000-0000-0000-0000-000000000000}"/>
          </ac:spMkLst>
        </pc:spChg>
        <pc:spChg chg="mod ord">
          <ac:chgData name="D'onofrio, Matthew V" userId="S::mdonofrio7@gatech.edu::ba1e9f7e-ff91-4998-9b4f-42dd9f4e414a" providerId="AD" clId="Web-{7B85F135-E084-89E7-265E-9747084F8FA3}" dt="2020-08-31T22:05:25.465" v="96"/>
          <ac:spMkLst>
            <pc:docMk/>
            <pc:sldMk cId="109857222" sldId="256"/>
            <ac:spMk id="3" creationId="{00000000-0000-0000-0000-000000000000}"/>
          </ac:spMkLst>
        </pc:spChg>
        <pc:spChg chg="add del">
          <ac:chgData name="D'onofrio, Matthew V" userId="S::mdonofrio7@gatech.edu::ba1e9f7e-ff91-4998-9b4f-42dd9f4e414a" providerId="AD" clId="Web-{7B85F135-E084-89E7-265E-9747084F8FA3}" dt="2020-08-31T22:05:17.418" v="95"/>
          <ac:spMkLst>
            <pc:docMk/>
            <pc:sldMk cId="109857222" sldId="256"/>
            <ac:spMk id="9" creationId="{2A0E4E09-FC02-4ADC-951A-3FFA90B6FE39}"/>
          </ac:spMkLst>
        </pc:spChg>
        <pc:spChg chg="add del">
          <ac:chgData name="D'onofrio, Matthew V" userId="S::mdonofrio7@gatech.edu::ba1e9f7e-ff91-4998-9b4f-42dd9f4e414a" providerId="AD" clId="Web-{7B85F135-E084-89E7-265E-9747084F8FA3}" dt="2020-08-31T22:03:57.213" v="91"/>
          <ac:spMkLst>
            <pc:docMk/>
            <pc:sldMk cId="109857222" sldId="256"/>
            <ac:spMk id="10" creationId="{2A0E4E09-FC02-4ADC-951A-3FFA90B6FE39}"/>
          </ac:spMkLst>
        </pc:spChg>
        <pc:spChg chg="add">
          <ac:chgData name="D'onofrio, Matthew V" userId="S::mdonofrio7@gatech.edu::ba1e9f7e-ff91-4998-9b4f-42dd9f4e414a" providerId="AD" clId="Web-{7B85F135-E084-89E7-265E-9747084F8FA3}" dt="2020-08-31T22:05:30.372" v="97"/>
          <ac:spMkLst>
            <pc:docMk/>
            <pc:sldMk cId="109857222" sldId="256"/>
            <ac:spMk id="11" creationId="{2A0E4E09-FC02-4ADC-951A-3FFA90B6FE39}"/>
          </ac:spMkLst>
        </pc:spChg>
        <pc:spChg chg="add del">
          <ac:chgData name="D'onofrio, Matthew V" userId="S::mdonofrio7@gatech.edu::ba1e9f7e-ff91-4998-9b4f-42dd9f4e414a" providerId="AD" clId="Web-{7B85F135-E084-89E7-265E-9747084F8FA3}" dt="2020-08-31T22:03:57.213" v="91"/>
          <ac:spMkLst>
            <pc:docMk/>
            <pc:sldMk cId="109857222" sldId="256"/>
            <ac:spMk id="12" creationId="{14A1598B-1957-47CF-AAF4-F7A36DA0E7CB}"/>
          </ac:spMkLst>
        </pc:spChg>
        <pc:spChg chg="add">
          <ac:chgData name="D'onofrio, Matthew V" userId="S::mdonofrio7@gatech.edu::ba1e9f7e-ff91-4998-9b4f-42dd9f4e414a" providerId="AD" clId="Web-{7B85F135-E084-89E7-265E-9747084F8FA3}" dt="2020-08-31T22:05:30.372" v="97"/>
          <ac:spMkLst>
            <pc:docMk/>
            <pc:sldMk cId="109857222" sldId="256"/>
            <ac:spMk id="13" creationId="{14A1598B-1957-47CF-AAF4-F7A36DA0E7CB}"/>
          </ac:spMkLst>
        </pc:spChg>
        <pc:spChg chg="add del">
          <ac:chgData name="D'onofrio, Matthew V" userId="S::mdonofrio7@gatech.edu::ba1e9f7e-ff91-4998-9b4f-42dd9f4e414a" providerId="AD" clId="Web-{7B85F135-E084-89E7-265E-9747084F8FA3}" dt="2020-08-31T22:05:17.418" v="95"/>
          <ac:spMkLst>
            <pc:docMk/>
            <pc:sldMk cId="109857222" sldId="256"/>
            <ac:spMk id="14" creationId="{14A1598B-1957-47CF-AAF4-F7A36DA0E7CB}"/>
          </ac:spMkLst>
        </pc:spChg>
        <pc:picChg chg="add">
          <ac:chgData name="D'onofrio, Matthew V" userId="S::mdonofrio7@gatech.edu::ba1e9f7e-ff91-4998-9b4f-42dd9f4e414a" providerId="AD" clId="Web-{7B85F135-E084-89E7-265E-9747084F8FA3}" dt="2020-08-31T22:03:33.540" v="90"/>
          <ac:picMkLst>
            <pc:docMk/>
            <pc:sldMk cId="109857222" sldId="256"/>
            <ac:picMk id="7" creationId="{FD0DD93B-3C91-40FA-B34B-1BA48A429232}"/>
          </ac:picMkLst>
        </pc:picChg>
      </pc:sldChg>
      <pc:sldChg chg="modSp mod modClrScheme chgLayout">
        <pc:chgData name="D'onofrio, Matthew V" userId="S::mdonofrio7@gatech.edu::ba1e9f7e-ff91-4998-9b4f-42dd9f4e414a" providerId="AD" clId="Web-{7B85F135-E084-89E7-265E-9747084F8FA3}" dt="2020-08-31T22:05:25.465" v="96"/>
        <pc:sldMkLst>
          <pc:docMk/>
          <pc:sldMk cId="313319162" sldId="257"/>
        </pc:sldMkLst>
        <pc:spChg chg="mod ord">
          <ac:chgData name="D'onofrio, Matthew V" userId="S::mdonofrio7@gatech.edu::ba1e9f7e-ff91-4998-9b4f-42dd9f4e414a" providerId="AD" clId="Web-{7B85F135-E084-89E7-265E-9747084F8FA3}" dt="2020-08-31T22:05:25.465" v="96"/>
          <ac:spMkLst>
            <pc:docMk/>
            <pc:sldMk cId="313319162" sldId="257"/>
            <ac:spMk id="2" creationId="{DE98A5F6-7302-4D1F-B214-4D39E588D3F4}"/>
          </ac:spMkLst>
        </pc:spChg>
        <pc:spChg chg="mod ord">
          <ac:chgData name="D'onofrio, Matthew V" userId="S::mdonofrio7@gatech.edu::ba1e9f7e-ff91-4998-9b4f-42dd9f4e414a" providerId="AD" clId="Web-{7B85F135-E084-89E7-265E-9747084F8FA3}" dt="2020-08-31T22:05:25.465" v="96"/>
          <ac:spMkLst>
            <pc:docMk/>
            <pc:sldMk cId="313319162" sldId="257"/>
            <ac:spMk id="3" creationId="{17DF0E74-B594-4252-80D4-A8FB1FD0563B}"/>
          </ac:spMkLst>
        </pc:spChg>
      </pc:sldChg>
      <pc:sldChg chg="modSp mod modClrScheme chgLayout">
        <pc:chgData name="D'onofrio, Matthew V" userId="S::mdonofrio7@gatech.edu::ba1e9f7e-ff91-4998-9b4f-42dd9f4e414a" providerId="AD" clId="Web-{7B85F135-E084-89E7-265E-9747084F8FA3}" dt="2020-08-31T22:05:25.465" v="96"/>
        <pc:sldMkLst>
          <pc:docMk/>
          <pc:sldMk cId="1030611485" sldId="258"/>
        </pc:sldMkLst>
        <pc:spChg chg="mod ord">
          <ac:chgData name="D'onofrio, Matthew V" userId="S::mdonofrio7@gatech.edu::ba1e9f7e-ff91-4998-9b4f-42dd9f4e414a" providerId="AD" clId="Web-{7B85F135-E084-89E7-265E-9747084F8FA3}" dt="2020-08-31T22:05:25.465" v="96"/>
          <ac:spMkLst>
            <pc:docMk/>
            <pc:sldMk cId="1030611485" sldId="258"/>
            <ac:spMk id="2" creationId="{A3DE7CE5-6274-4E59-BBC3-8131904BEE1A}"/>
          </ac:spMkLst>
        </pc:spChg>
        <pc:spChg chg="mod ord">
          <ac:chgData name="D'onofrio, Matthew V" userId="S::mdonofrio7@gatech.edu::ba1e9f7e-ff91-4998-9b4f-42dd9f4e414a" providerId="AD" clId="Web-{7B85F135-E084-89E7-265E-9747084F8FA3}" dt="2020-08-31T22:05:25.465" v="96"/>
          <ac:spMkLst>
            <pc:docMk/>
            <pc:sldMk cId="1030611485" sldId="258"/>
            <ac:spMk id="3" creationId="{3907A789-3D61-4B3E-82DB-55ADE8838B17}"/>
          </ac:spMkLst>
        </pc:spChg>
      </pc:sldChg>
      <pc:sldChg chg="modSp mod modClrScheme chgLayout">
        <pc:chgData name="D'onofrio, Matthew V" userId="S::mdonofrio7@gatech.edu::ba1e9f7e-ff91-4998-9b4f-42dd9f4e414a" providerId="AD" clId="Web-{7B85F135-E084-89E7-265E-9747084F8FA3}" dt="2020-08-31T22:05:25.465" v="96"/>
        <pc:sldMkLst>
          <pc:docMk/>
          <pc:sldMk cId="3236145063" sldId="259"/>
        </pc:sldMkLst>
        <pc:spChg chg="mod ord">
          <ac:chgData name="D'onofrio, Matthew V" userId="S::mdonofrio7@gatech.edu::ba1e9f7e-ff91-4998-9b4f-42dd9f4e414a" providerId="AD" clId="Web-{7B85F135-E084-89E7-265E-9747084F8FA3}" dt="2020-08-31T22:05:25.465" v="96"/>
          <ac:spMkLst>
            <pc:docMk/>
            <pc:sldMk cId="3236145063" sldId="259"/>
            <ac:spMk id="2" creationId="{4A765806-77F1-4BCB-A37D-628EC55C4026}"/>
          </ac:spMkLst>
        </pc:spChg>
        <pc:spChg chg="mod ord">
          <ac:chgData name="D'onofrio, Matthew V" userId="S::mdonofrio7@gatech.edu::ba1e9f7e-ff91-4998-9b4f-42dd9f4e414a" providerId="AD" clId="Web-{7B85F135-E084-89E7-265E-9747084F8FA3}" dt="2020-08-31T22:05:25.465" v="96"/>
          <ac:spMkLst>
            <pc:docMk/>
            <pc:sldMk cId="3236145063" sldId="259"/>
            <ac:spMk id="3" creationId="{828356AE-3BD4-4C5F-8230-738CFB424965}"/>
          </ac:spMkLst>
        </pc:spChg>
      </pc:sldChg>
      <pc:sldChg chg="modSp mod modClrScheme chgLayout">
        <pc:chgData name="D'onofrio, Matthew V" userId="S::mdonofrio7@gatech.edu::ba1e9f7e-ff91-4998-9b4f-42dd9f4e414a" providerId="AD" clId="Web-{7B85F135-E084-89E7-265E-9747084F8FA3}" dt="2020-08-31T22:05:25.465" v="96"/>
        <pc:sldMkLst>
          <pc:docMk/>
          <pc:sldMk cId="1118373963" sldId="260"/>
        </pc:sldMkLst>
        <pc:spChg chg="mod ord">
          <ac:chgData name="D'onofrio, Matthew V" userId="S::mdonofrio7@gatech.edu::ba1e9f7e-ff91-4998-9b4f-42dd9f4e414a" providerId="AD" clId="Web-{7B85F135-E084-89E7-265E-9747084F8FA3}" dt="2020-08-31T22:05:25.465" v="96"/>
          <ac:spMkLst>
            <pc:docMk/>
            <pc:sldMk cId="1118373963" sldId="260"/>
            <ac:spMk id="2" creationId="{E7E78B0A-1EDE-4DE0-A4F0-BDEFED819496}"/>
          </ac:spMkLst>
        </pc:spChg>
        <pc:spChg chg="mod ord">
          <ac:chgData name="D'onofrio, Matthew V" userId="S::mdonofrio7@gatech.edu::ba1e9f7e-ff91-4998-9b4f-42dd9f4e414a" providerId="AD" clId="Web-{7B85F135-E084-89E7-265E-9747084F8FA3}" dt="2020-08-31T22:05:25.465" v="96"/>
          <ac:spMkLst>
            <pc:docMk/>
            <pc:sldMk cId="1118373963" sldId="260"/>
            <ac:spMk id="3" creationId="{CA1D8D49-D5F5-4CF5-BEA3-D61F1D81CC7B}"/>
          </ac:spMkLst>
        </pc:spChg>
      </pc:sldChg>
      <pc:sldMasterChg chg="del delSldLayout">
        <pc:chgData name="D'onofrio, Matthew V" userId="S::mdonofrio7@gatech.edu::ba1e9f7e-ff91-4998-9b4f-42dd9f4e414a" providerId="AD" clId="Web-{7B85F135-E084-89E7-265E-9747084F8FA3}" dt="2020-08-31T22:03:11.180" v="89"/>
        <pc:sldMasterMkLst>
          <pc:docMk/>
          <pc:sldMasterMk cId="2460954070" sldId="2147483660"/>
        </pc:sldMasterMkLst>
        <pc:sldLayoutChg chg="del">
          <pc:chgData name="D'onofrio, Matthew V" userId="S::mdonofrio7@gatech.edu::ba1e9f7e-ff91-4998-9b4f-42dd9f4e414a" providerId="AD" clId="Web-{7B85F135-E084-89E7-265E-9747084F8FA3}" dt="2020-08-31T22:03:11.180" v="89"/>
          <pc:sldLayoutMkLst>
            <pc:docMk/>
            <pc:sldMasterMk cId="2460954070" sldId="2147483660"/>
            <pc:sldLayoutMk cId="2385387890" sldId="2147483661"/>
          </pc:sldLayoutMkLst>
        </pc:sldLayoutChg>
        <pc:sldLayoutChg chg="del">
          <pc:chgData name="D'onofrio, Matthew V" userId="S::mdonofrio7@gatech.edu::ba1e9f7e-ff91-4998-9b4f-42dd9f4e414a" providerId="AD" clId="Web-{7B85F135-E084-89E7-265E-9747084F8FA3}" dt="2020-08-31T22:03:11.180" v="89"/>
          <pc:sldLayoutMkLst>
            <pc:docMk/>
            <pc:sldMasterMk cId="2460954070" sldId="2147483660"/>
            <pc:sldLayoutMk cId="949138452" sldId="2147483662"/>
          </pc:sldLayoutMkLst>
        </pc:sldLayoutChg>
        <pc:sldLayoutChg chg="del">
          <pc:chgData name="D'onofrio, Matthew V" userId="S::mdonofrio7@gatech.edu::ba1e9f7e-ff91-4998-9b4f-42dd9f4e414a" providerId="AD" clId="Web-{7B85F135-E084-89E7-265E-9747084F8FA3}" dt="2020-08-31T22:03:11.180" v="89"/>
          <pc:sldLayoutMkLst>
            <pc:docMk/>
            <pc:sldMasterMk cId="2460954070" sldId="2147483660"/>
            <pc:sldLayoutMk cId="2591524520" sldId="2147483663"/>
          </pc:sldLayoutMkLst>
        </pc:sldLayoutChg>
        <pc:sldLayoutChg chg="del">
          <pc:chgData name="D'onofrio, Matthew V" userId="S::mdonofrio7@gatech.edu::ba1e9f7e-ff91-4998-9b4f-42dd9f4e414a" providerId="AD" clId="Web-{7B85F135-E084-89E7-265E-9747084F8FA3}" dt="2020-08-31T22:03:11.180" v="89"/>
          <pc:sldLayoutMkLst>
            <pc:docMk/>
            <pc:sldMasterMk cId="2460954070" sldId="2147483660"/>
            <pc:sldLayoutMk cId="1203092039" sldId="2147483664"/>
          </pc:sldLayoutMkLst>
        </pc:sldLayoutChg>
        <pc:sldLayoutChg chg="del">
          <pc:chgData name="D'onofrio, Matthew V" userId="S::mdonofrio7@gatech.edu::ba1e9f7e-ff91-4998-9b4f-42dd9f4e414a" providerId="AD" clId="Web-{7B85F135-E084-89E7-265E-9747084F8FA3}" dt="2020-08-31T22:03:11.180" v="89"/>
          <pc:sldLayoutMkLst>
            <pc:docMk/>
            <pc:sldMasterMk cId="2460954070" sldId="2147483660"/>
            <pc:sldLayoutMk cId="3733172339" sldId="2147483665"/>
          </pc:sldLayoutMkLst>
        </pc:sldLayoutChg>
        <pc:sldLayoutChg chg="del">
          <pc:chgData name="D'onofrio, Matthew V" userId="S::mdonofrio7@gatech.edu::ba1e9f7e-ff91-4998-9b4f-42dd9f4e414a" providerId="AD" clId="Web-{7B85F135-E084-89E7-265E-9747084F8FA3}" dt="2020-08-31T22:03:11.180" v="89"/>
          <pc:sldLayoutMkLst>
            <pc:docMk/>
            <pc:sldMasterMk cId="2460954070" sldId="2147483660"/>
            <pc:sldLayoutMk cId="3210312558" sldId="2147483666"/>
          </pc:sldLayoutMkLst>
        </pc:sldLayoutChg>
        <pc:sldLayoutChg chg="del">
          <pc:chgData name="D'onofrio, Matthew V" userId="S::mdonofrio7@gatech.edu::ba1e9f7e-ff91-4998-9b4f-42dd9f4e414a" providerId="AD" clId="Web-{7B85F135-E084-89E7-265E-9747084F8FA3}" dt="2020-08-31T22:03:11.180" v="89"/>
          <pc:sldLayoutMkLst>
            <pc:docMk/>
            <pc:sldMasterMk cId="2460954070" sldId="2147483660"/>
            <pc:sldLayoutMk cId="3146388984" sldId="2147483667"/>
          </pc:sldLayoutMkLst>
        </pc:sldLayoutChg>
        <pc:sldLayoutChg chg="del">
          <pc:chgData name="D'onofrio, Matthew V" userId="S::mdonofrio7@gatech.edu::ba1e9f7e-ff91-4998-9b4f-42dd9f4e414a" providerId="AD" clId="Web-{7B85F135-E084-89E7-265E-9747084F8FA3}" dt="2020-08-31T22:03:11.180" v="89"/>
          <pc:sldLayoutMkLst>
            <pc:docMk/>
            <pc:sldMasterMk cId="2460954070" sldId="2147483660"/>
            <pc:sldLayoutMk cId="3171841454" sldId="2147483668"/>
          </pc:sldLayoutMkLst>
        </pc:sldLayoutChg>
        <pc:sldLayoutChg chg="del">
          <pc:chgData name="D'onofrio, Matthew V" userId="S::mdonofrio7@gatech.edu::ba1e9f7e-ff91-4998-9b4f-42dd9f4e414a" providerId="AD" clId="Web-{7B85F135-E084-89E7-265E-9747084F8FA3}" dt="2020-08-31T22:03:11.180" v="89"/>
          <pc:sldLayoutMkLst>
            <pc:docMk/>
            <pc:sldMasterMk cId="2460954070" sldId="2147483660"/>
            <pc:sldLayoutMk cId="1718958274" sldId="2147483669"/>
          </pc:sldLayoutMkLst>
        </pc:sldLayoutChg>
        <pc:sldLayoutChg chg="del">
          <pc:chgData name="D'onofrio, Matthew V" userId="S::mdonofrio7@gatech.edu::ba1e9f7e-ff91-4998-9b4f-42dd9f4e414a" providerId="AD" clId="Web-{7B85F135-E084-89E7-265E-9747084F8FA3}" dt="2020-08-31T22:03:11.180" v="89"/>
          <pc:sldLayoutMkLst>
            <pc:docMk/>
            <pc:sldMasterMk cId="2460954070" sldId="2147483660"/>
            <pc:sldLayoutMk cId="2202905451" sldId="2147483670"/>
          </pc:sldLayoutMkLst>
        </pc:sldLayoutChg>
        <pc:sldLayoutChg chg="del">
          <pc:chgData name="D'onofrio, Matthew V" userId="S::mdonofrio7@gatech.edu::ba1e9f7e-ff91-4998-9b4f-42dd9f4e414a" providerId="AD" clId="Web-{7B85F135-E084-89E7-265E-9747084F8FA3}" dt="2020-08-31T22:03:11.180" v="89"/>
          <pc:sldLayoutMkLst>
            <pc:docMk/>
            <pc:sldMasterMk cId="2460954070" sldId="2147483660"/>
            <pc:sldLayoutMk cId="3479445657" sldId="2147483671"/>
          </pc:sldLayoutMkLst>
        </pc:sldLayoutChg>
      </pc:sldMasterChg>
      <pc:sldMasterChg chg="add del addSldLayout delSldLayout modSldLayout">
        <pc:chgData name="D'onofrio, Matthew V" userId="S::mdonofrio7@gatech.edu::ba1e9f7e-ff91-4998-9b4f-42dd9f4e414a" providerId="AD" clId="Web-{7B85F135-E084-89E7-265E-9747084F8FA3}" dt="2020-08-31T22:03:57.213" v="91"/>
        <pc:sldMasterMkLst>
          <pc:docMk/>
          <pc:sldMasterMk cId="404192529" sldId="2147483672"/>
        </pc:sldMasterMkLst>
        <pc:sldLayoutChg chg="add del mod replId">
          <pc:chgData name="D'onofrio, Matthew V" userId="S::mdonofrio7@gatech.edu::ba1e9f7e-ff91-4998-9b4f-42dd9f4e414a" providerId="AD" clId="Web-{7B85F135-E084-89E7-265E-9747084F8FA3}" dt="2020-08-31T22:03:57.213" v="91"/>
          <pc:sldLayoutMkLst>
            <pc:docMk/>
            <pc:sldMasterMk cId="404192529" sldId="2147483672"/>
            <pc:sldLayoutMk cId="1088853433" sldId="2147483673"/>
          </pc:sldLayoutMkLst>
        </pc:sldLayoutChg>
        <pc:sldLayoutChg chg="add del mod replId">
          <pc:chgData name="D'onofrio, Matthew V" userId="S::mdonofrio7@gatech.edu::ba1e9f7e-ff91-4998-9b4f-42dd9f4e414a" providerId="AD" clId="Web-{7B85F135-E084-89E7-265E-9747084F8FA3}" dt="2020-08-31T22:03:57.213" v="91"/>
          <pc:sldLayoutMkLst>
            <pc:docMk/>
            <pc:sldMasterMk cId="404192529" sldId="2147483672"/>
            <pc:sldLayoutMk cId="3838195849" sldId="2147483674"/>
          </pc:sldLayoutMkLst>
        </pc:sldLayoutChg>
        <pc:sldLayoutChg chg="add del mod replId">
          <pc:chgData name="D'onofrio, Matthew V" userId="S::mdonofrio7@gatech.edu::ba1e9f7e-ff91-4998-9b4f-42dd9f4e414a" providerId="AD" clId="Web-{7B85F135-E084-89E7-265E-9747084F8FA3}" dt="2020-08-31T22:03:57.213" v="91"/>
          <pc:sldLayoutMkLst>
            <pc:docMk/>
            <pc:sldMasterMk cId="404192529" sldId="2147483672"/>
            <pc:sldLayoutMk cId="2821248372" sldId="2147483675"/>
          </pc:sldLayoutMkLst>
        </pc:sldLayoutChg>
        <pc:sldLayoutChg chg="add del mod replId">
          <pc:chgData name="D'onofrio, Matthew V" userId="S::mdonofrio7@gatech.edu::ba1e9f7e-ff91-4998-9b4f-42dd9f4e414a" providerId="AD" clId="Web-{7B85F135-E084-89E7-265E-9747084F8FA3}" dt="2020-08-31T22:03:57.213" v="91"/>
          <pc:sldLayoutMkLst>
            <pc:docMk/>
            <pc:sldMasterMk cId="404192529" sldId="2147483672"/>
            <pc:sldLayoutMk cId="2999266838" sldId="2147483676"/>
          </pc:sldLayoutMkLst>
        </pc:sldLayoutChg>
        <pc:sldLayoutChg chg="add del mod replId">
          <pc:chgData name="D'onofrio, Matthew V" userId="S::mdonofrio7@gatech.edu::ba1e9f7e-ff91-4998-9b4f-42dd9f4e414a" providerId="AD" clId="Web-{7B85F135-E084-89E7-265E-9747084F8FA3}" dt="2020-08-31T22:03:57.213" v="91"/>
          <pc:sldLayoutMkLst>
            <pc:docMk/>
            <pc:sldMasterMk cId="404192529" sldId="2147483672"/>
            <pc:sldLayoutMk cId="2585236348" sldId="2147483677"/>
          </pc:sldLayoutMkLst>
        </pc:sldLayoutChg>
        <pc:sldLayoutChg chg="add del mod replId">
          <pc:chgData name="D'onofrio, Matthew V" userId="S::mdonofrio7@gatech.edu::ba1e9f7e-ff91-4998-9b4f-42dd9f4e414a" providerId="AD" clId="Web-{7B85F135-E084-89E7-265E-9747084F8FA3}" dt="2020-08-31T22:03:57.213" v="91"/>
          <pc:sldLayoutMkLst>
            <pc:docMk/>
            <pc:sldMasterMk cId="404192529" sldId="2147483672"/>
            <pc:sldLayoutMk cId="3370720265" sldId="2147483678"/>
          </pc:sldLayoutMkLst>
        </pc:sldLayoutChg>
        <pc:sldLayoutChg chg="add del mod replId">
          <pc:chgData name="D'onofrio, Matthew V" userId="S::mdonofrio7@gatech.edu::ba1e9f7e-ff91-4998-9b4f-42dd9f4e414a" providerId="AD" clId="Web-{7B85F135-E084-89E7-265E-9747084F8FA3}" dt="2020-08-31T22:03:57.213" v="91"/>
          <pc:sldLayoutMkLst>
            <pc:docMk/>
            <pc:sldMasterMk cId="404192529" sldId="2147483672"/>
            <pc:sldLayoutMk cId="3050376601" sldId="2147483679"/>
          </pc:sldLayoutMkLst>
        </pc:sldLayoutChg>
        <pc:sldLayoutChg chg="add del mod replId">
          <pc:chgData name="D'onofrio, Matthew V" userId="S::mdonofrio7@gatech.edu::ba1e9f7e-ff91-4998-9b4f-42dd9f4e414a" providerId="AD" clId="Web-{7B85F135-E084-89E7-265E-9747084F8FA3}" dt="2020-08-31T22:03:57.213" v="91"/>
          <pc:sldLayoutMkLst>
            <pc:docMk/>
            <pc:sldMasterMk cId="404192529" sldId="2147483672"/>
            <pc:sldLayoutMk cId="909729338" sldId="2147483680"/>
          </pc:sldLayoutMkLst>
        </pc:sldLayoutChg>
        <pc:sldLayoutChg chg="add del mod replId">
          <pc:chgData name="D'onofrio, Matthew V" userId="S::mdonofrio7@gatech.edu::ba1e9f7e-ff91-4998-9b4f-42dd9f4e414a" providerId="AD" clId="Web-{7B85F135-E084-89E7-265E-9747084F8FA3}" dt="2020-08-31T22:03:57.213" v="91"/>
          <pc:sldLayoutMkLst>
            <pc:docMk/>
            <pc:sldMasterMk cId="404192529" sldId="2147483672"/>
            <pc:sldLayoutMk cId="1729289010" sldId="2147483681"/>
          </pc:sldLayoutMkLst>
        </pc:sldLayoutChg>
        <pc:sldLayoutChg chg="add del mod replId">
          <pc:chgData name="D'onofrio, Matthew V" userId="S::mdonofrio7@gatech.edu::ba1e9f7e-ff91-4998-9b4f-42dd9f4e414a" providerId="AD" clId="Web-{7B85F135-E084-89E7-265E-9747084F8FA3}" dt="2020-08-31T22:03:57.213" v="91"/>
          <pc:sldLayoutMkLst>
            <pc:docMk/>
            <pc:sldMasterMk cId="404192529" sldId="2147483672"/>
            <pc:sldLayoutMk cId="2442827455" sldId="2147483682"/>
          </pc:sldLayoutMkLst>
        </pc:sldLayoutChg>
        <pc:sldLayoutChg chg="add del mod replId">
          <pc:chgData name="D'onofrio, Matthew V" userId="S::mdonofrio7@gatech.edu::ba1e9f7e-ff91-4998-9b4f-42dd9f4e414a" providerId="AD" clId="Web-{7B85F135-E084-89E7-265E-9747084F8FA3}" dt="2020-08-31T22:03:57.213" v="91"/>
          <pc:sldLayoutMkLst>
            <pc:docMk/>
            <pc:sldMasterMk cId="404192529" sldId="2147483672"/>
            <pc:sldLayoutMk cId="761732345" sldId="2147483683"/>
          </pc:sldLayoutMkLst>
        </pc:sldLayoutChg>
      </pc:sldMasterChg>
      <pc:sldMasterChg chg="add del addSldLayout delSldLayout modSldLayout">
        <pc:chgData name="D'onofrio, Matthew V" userId="S::mdonofrio7@gatech.edu::ba1e9f7e-ff91-4998-9b4f-42dd9f4e414a" providerId="AD" clId="Web-{7B85F135-E084-89E7-265E-9747084F8FA3}" dt="2020-08-31T22:04:21.979" v="92"/>
        <pc:sldMasterMkLst>
          <pc:docMk/>
          <pc:sldMasterMk cId="380258475" sldId="2147483684"/>
        </pc:sldMasterMkLst>
        <pc:sldLayoutChg chg="add del mod replId">
          <pc:chgData name="D'onofrio, Matthew V" userId="S::mdonofrio7@gatech.edu::ba1e9f7e-ff91-4998-9b4f-42dd9f4e414a" providerId="AD" clId="Web-{7B85F135-E084-89E7-265E-9747084F8FA3}" dt="2020-08-31T22:04:21.979" v="92"/>
          <pc:sldLayoutMkLst>
            <pc:docMk/>
            <pc:sldMasterMk cId="380258475" sldId="2147483684"/>
            <pc:sldLayoutMk cId="2551913010" sldId="2147483685"/>
          </pc:sldLayoutMkLst>
        </pc:sldLayoutChg>
        <pc:sldLayoutChg chg="add del mod replId">
          <pc:chgData name="D'onofrio, Matthew V" userId="S::mdonofrio7@gatech.edu::ba1e9f7e-ff91-4998-9b4f-42dd9f4e414a" providerId="AD" clId="Web-{7B85F135-E084-89E7-265E-9747084F8FA3}" dt="2020-08-31T22:04:21.979" v="92"/>
          <pc:sldLayoutMkLst>
            <pc:docMk/>
            <pc:sldMasterMk cId="380258475" sldId="2147483684"/>
            <pc:sldLayoutMk cId="1584372055" sldId="2147483686"/>
          </pc:sldLayoutMkLst>
        </pc:sldLayoutChg>
        <pc:sldLayoutChg chg="add del mod replId">
          <pc:chgData name="D'onofrio, Matthew V" userId="S::mdonofrio7@gatech.edu::ba1e9f7e-ff91-4998-9b4f-42dd9f4e414a" providerId="AD" clId="Web-{7B85F135-E084-89E7-265E-9747084F8FA3}" dt="2020-08-31T22:04:21.979" v="92"/>
          <pc:sldLayoutMkLst>
            <pc:docMk/>
            <pc:sldMasterMk cId="380258475" sldId="2147483684"/>
            <pc:sldLayoutMk cId="4231572653" sldId="2147483687"/>
          </pc:sldLayoutMkLst>
        </pc:sldLayoutChg>
        <pc:sldLayoutChg chg="add del mod replId">
          <pc:chgData name="D'onofrio, Matthew V" userId="S::mdonofrio7@gatech.edu::ba1e9f7e-ff91-4998-9b4f-42dd9f4e414a" providerId="AD" clId="Web-{7B85F135-E084-89E7-265E-9747084F8FA3}" dt="2020-08-31T22:04:21.979" v="92"/>
          <pc:sldLayoutMkLst>
            <pc:docMk/>
            <pc:sldMasterMk cId="380258475" sldId="2147483684"/>
            <pc:sldLayoutMk cId="3178781081" sldId="2147483688"/>
          </pc:sldLayoutMkLst>
        </pc:sldLayoutChg>
        <pc:sldLayoutChg chg="add del mod replId">
          <pc:chgData name="D'onofrio, Matthew V" userId="S::mdonofrio7@gatech.edu::ba1e9f7e-ff91-4998-9b4f-42dd9f4e414a" providerId="AD" clId="Web-{7B85F135-E084-89E7-265E-9747084F8FA3}" dt="2020-08-31T22:04:21.979" v="92"/>
          <pc:sldLayoutMkLst>
            <pc:docMk/>
            <pc:sldMasterMk cId="380258475" sldId="2147483684"/>
            <pc:sldLayoutMk cId="2921714287" sldId="2147483689"/>
          </pc:sldLayoutMkLst>
        </pc:sldLayoutChg>
        <pc:sldLayoutChg chg="add del mod replId">
          <pc:chgData name="D'onofrio, Matthew V" userId="S::mdonofrio7@gatech.edu::ba1e9f7e-ff91-4998-9b4f-42dd9f4e414a" providerId="AD" clId="Web-{7B85F135-E084-89E7-265E-9747084F8FA3}" dt="2020-08-31T22:04:21.979" v="92"/>
          <pc:sldLayoutMkLst>
            <pc:docMk/>
            <pc:sldMasterMk cId="380258475" sldId="2147483684"/>
            <pc:sldLayoutMk cId="1482427092" sldId="2147483690"/>
          </pc:sldLayoutMkLst>
        </pc:sldLayoutChg>
        <pc:sldLayoutChg chg="add del mod replId">
          <pc:chgData name="D'onofrio, Matthew V" userId="S::mdonofrio7@gatech.edu::ba1e9f7e-ff91-4998-9b4f-42dd9f4e414a" providerId="AD" clId="Web-{7B85F135-E084-89E7-265E-9747084F8FA3}" dt="2020-08-31T22:04:21.979" v="92"/>
          <pc:sldLayoutMkLst>
            <pc:docMk/>
            <pc:sldMasterMk cId="380258475" sldId="2147483684"/>
            <pc:sldLayoutMk cId="3500005179" sldId="2147483691"/>
          </pc:sldLayoutMkLst>
        </pc:sldLayoutChg>
        <pc:sldLayoutChg chg="add del mod replId">
          <pc:chgData name="D'onofrio, Matthew V" userId="S::mdonofrio7@gatech.edu::ba1e9f7e-ff91-4998-9b4f-42dd9f4e414a" providerId="AD" clId="Web-{7B85F135-E084-89E7-265E-9747084F8FA3}" dt="2020-08-31T22:04:21.979" v="92"/>
          <pc:sldLayoutMkLst>
            <pc:docMk/>
            <pc:sldMasterMk cId="380258475" sldId="2147483684"/>
            <pc:sldLayoutMk cId="2845307133" sldId="2147483692"/>
          </pc:sldLayoutMkLst>
        </pc:sldLayoutChg>
        <pc:sldLayoutChg chg="add del mod replId">
          <pc:chgData name="D'onofrio, Matthew V" userId="S::mdonofrio7@gatech.edu::ba1e9f7e-ff91-4998-9b4f-42dd9f4e414a" providerId="AD" clId="Web-{7B85F135-E084-89E7-265E-9747084F8FA3}" dt="2020-08-31T22:04:21.979" v="92"/>
          <pc:sldLayoutMkLst>
            <pc:docMk/>
            <pc:sldMasterMk cId="380258475" sldId="2147483684"/>
            <pc:sldLayoutMk cId="3389220251" sldId="2147483693"/>
          </pc:sldLayoutMkLst>
        </pc:sldLayoutChg>
        <pc:sldLayoutChg chg="add del mod replId">
          <pc:chgData name="D'onofrio, Matthew V" userId="S::mdonofrio7@gatech.edu::ba1e9f7e-ff91-4998-9b4f-42dd9f4e414a" providerId="AD" clId="Web-{7B85F135-E084-89E7-265E-9747084F8FA3}" dt="2020-08-31T22:04:21.979" v="92"/>
          <pc:sldLayoutMkLst>
            <pc:docMk/>
            <pc:sldMasterMk cId="380258475" sldId="2147483684"/>
            <pc:sldLayoutMk cId="3657926727" sldId="2147483694"/>
          </pc:sldLayoutMkLst>
        </pc:sldLayoutChg>
        <pc:sldLayoutChg chg="add del mod replId">
          <pc:chgData name="D'onofrio, Matthew V" userId="S::mdonofrio7@gatech.edu::ba1e9f7e-ff91-4998-9b4f-42dd9f4e414a" providerId="AD" clId="Web-{7B85F135-E084-89E7-265E-9747084F8FA3}" dt="2020-08-31T22:04:21.979" v="92"/>
          <pc:sldLayoutMkLst>
            <pc:docMk/>
            <pc:sldMasterMk cId="380258475" sldId="2147483684"/>
            <pc:sldLayoutMk cId="3719191562" sldId="2147483695"/>
          </pc:sldLayoutMkLst>
        </pc:sldLayoutChg>
      </pc:sldMasterChg>
      <pc:sldMasterChg chg="add del addSldLayout delSldLayout modSldLayout">
        <pc:chgData name="D'onofrio, Matthew V" userId="S::mdonofrio7@gatech.edu::ba1e9f7e-ff91-4998-9b4f-42dd9f4e414a" providerId="AD" clId="Web-{7B85F135-E084-89E7-265E-9747084F8FA3}" dt="2020-08-31T22:04:46.683" v="93"/>
        <pc:sldMasterMkLst>
          <pc:docMk/>
          <pc:sldMasterMk cId="839845713" sldId="2147483696"/>
        </pc:sldMasterMkLst>
        <pc:sldLayoutChg chg="add del mod replId">
          <pc:chgData name="D'onofrio, Matthew V" userId="S::mdonofrio7@gatech.edu::ba1e9f7e-ff91-4998-9b4f-42dd9f4e414a" providerId="AD" clId="Web-{7B85F135-E084-89E7-265E-9747084F8FA3}" dt="2020-08-31T22:04:46.683" v="93"/>
          <pc:sldLayoutMkLst>
            <pc:docMk/>
            <pc:sldMasterMk cId="839845713" sldId="2147483696"/>
            <pc:sldLayoutMk cId="3074380972" sldId="2147483697"/>
          </pc:sldLayoutMkLst>
        </pc:sldLayoutChg>
        <pc:sldLayoutChg chg="add del mod replId">
          <pc:chgData name="D'onofrio, Matthew V" userId="S::mdonofrio7@gatech.edu::ba1e9f7e-ff91-4998-9b4f-42dd9f4e414a" providerId="AD" clId="Web-{7B85F135-E084-89E7-265E-9747084F8FA3}" dt="2020-08-31T22:04:46.683" v="93"/>
          <pc:sldLayoutMkLst>
            <pc:docMk/>
            <pc:sldMasterMk cId="839845713" sldId="2147483696"/>
            <pc:sldLayoutMk cId="3779289604" sldId="2147483698"/>
          </pc:sldLayoutMkLst>
        </pc:sldLayoutChg>
        <pc:sldLayoutChg chg="add del mod replId">
          <pc:chgData name="D'onofrio, Matthew V" userId="S::mdonofrio7@gatech.edu::ba1e9f7e-ff91-4998-9b4f-42dd9f4e414a" providerId="AD" clId="Web-{7B85F135-E084-89E7-265E-9747084F8FA3}" dt="2020-08-31T22:04:46.683" v="93"/>
          <pc:sldLayoutMkLst>
            <pc:docMk/>
            <pc:sldMasterMk cId="839845713" sldId="2147483696"/>
            <pc:sldLayoutMk cId="3854954768" sldId="2147483699"/>
          </pc:sldLayoutMkLst>
        </pc:sldLayoutChg>
        <pc:sldLayoutChg chg="add del mod replId">
          <pc:chgData name="D'onofrio, Matthew V" userId="S::mdonofrio7@gatech.edu::ba1e9f7e-ff91-4998-9b4f-42dd9f4e414a" providerId="AD" clId="Web-{7B85F135-E084-89E7-265E-9747084F8FA3}" dt="2020-08-31T22:04:46.683" v="93"/>
          <pc:sldLayoutMkLst>
            <pc:docMk/>
            <pc:sldMasterMk cId="839845713" sldId="2147483696"/>
            <pc:sldLayoutMk cId="3112411756" sldId="2147483700"/>
          </pc:sldLayoutMkLst>
        </pc:sldLayoutChg>
        <pc:sldLayoutChg chg="add del mod replId">
          <pc:chgData name="D'onofrio, Matthew V" userId="S::mdonofrio7@gatech.edu::ba1e9f7e-ff91-4998-9b4f-42dd9f4e414a" providerId="AD" clId="Web-{7B85F135-E084-89E7-265E-9747084F8FA3}" dt="2020-08-31T22:04:46.683" v="93"/>
          <pc:sldLayoutMkLst>
            <pc:docMk/>
            <pc:sldMasterMk cId="839845713" sldId="2147483696"/>
            <pc:sldLayoutMk cId="2818677031" sldId="2147483701"/>
          </pc:sldLayoutMkLst>
        </pc:sldLayoutChg>
        <pc:sldLayoutChg chg="add del mod replId">
          <pc:chgData name="D'onofrio, Matthew V" userId="S::mdonofrio7@gatech.edu::ba1e9f7e-ff91-4998-9b4f-42dd9f4e414a" providerId="AD" clId="Web-{7B85F135-E084-89E7-265E-9747084F8FA3}" dt="2020-08-31T22:04:46.683" v="93"/>
          <pc:sldLayoutMkLst>
            <pc:docMk/>
            <pc:sldMasterMk cId="839845713" sldId="2147483696"/>
            <pc:sldLayoutMk cId="1078559352" sldId="2147483702"/>
          </pc:sldLayoutMkLst>
        </pc:sldLayoutChg>
        <pc:sldLayoutChg chg="add del mod replId">
          <pc:chgData name="D'onofrio, Matthew V" userId="S::mdonofrio7@gatech.edu::ba1e9f7e-ff91-4998-9b4f-42dd9f4e414a" providerId="AD" clId="Web-{7B85F135-E084-89E7-265E-9747084F8FA3}" dt="2020-08-31T22:04:46.683" v="93"/>
          <pc:sldLayoutMkLst>
            <pc:docMk/>
            <pc:sldMasterMk cId="839845713" sldId="2147483696"/>
            <pc:sldLayoutMk cId="1771657039" sldId="2147483703"/>
          </pc:sldLayoutMkLst>
        </pc:sldLayoutChg>
        <pc:sldLayoutChg chg="add del mod replId">
          <pc:chgData name="D'onofrio, Matthew V" userId="S::mdonofrio7@gatech.edu::ba1e9f7e-ff91-4998-9b4f-42dd9f4e414a" providerId="AD" clId="Web-{7B85F135-E084-89E7-265E-9747084F8FA3}" dt="2020-08-31T22:04:46.683" v="93"/>
          <pc:sldLayoutMkLst>
            <pc:docMk/>
            <pc:sldMasterMk cId="839845713" sldId="2147483696"/>
            <pc:sldLayoutMk cId="2349183871" sldId="2147483704"/>
          </pc:sldLayoutMkLst>
        </pc:sldLayoutChg>
        <pc:sldLayoutChg chg="add del mod replId">
          <pc:chgData name="D'onofrio, Matthew V" userId="S::mdonofrio7@gatech.edu::ba1e9f7e-ff91-4998-9b4f-42dd9f4e414a" providerId="AD" clId="Web-{7B85F135-E084-89E7-265E-9747084F8FA3}" dt="2020-08-31T22:04:46.683" v="93"/>
          <pc:sldLayoutMkLst>
            <pc:docMk/>
            <pc:sldMasterMk cId="839845713" sldId="2147483696"/>
            <pc:sldLayoutMk cId="2219092607" sldId="2147483705"/>
          </pc:sldLayoutMkLst>
        </pc:sldLayoutChg>
        <pc:sldLayoutChg chg="add del mod replId">
          <pc:chgData name="D'onofrio, Matthew V" userId="S::mdonofrio7@gatech.edu::ba1e9f7e-ff91-4998-9b4f-42dd9f4e414a" providerId="AD" clId="Web-{7B85F135-E084-89E7-265E-9747084F8FA3}" dt="2020-08-31T22:04:46.683" v="93"/>
          <pc:sldLayoutMkLst>
            <pc:docMk/>
            <pc:sldMasterMk cId="839845713" sldId="2147483696"/>
            <pc:sldLayoutMk cId="306522907" sldId="2147483706"/>
          </pc:sldLayoutMkLst>
        </pc:sldLayoutChg>
        <pc:sldLayoutChg chg="add del mod replId">
          <pc:chgData name="D'onofrio, Matthew V" userId="S::mdonofrio7@gatech.edu::ba1e9f7e-ff91-4998-9b4f-42dd9f4e414a" providerId="AD" clId="Web-{7B85F135-E084-89E7-265E-9747084F8FA3}" dt="2020-08-31T22:04:46.683" v="93"/>
          <pc:sldLayoutMkLst>
            <pc:docMk/>
            <pc:sldMasterMk cId="839845713" sldId="2147483696"/>
            <pc:sldLayoutMk cId="2055392899" sldId="2147483707"/>
          </pc:sldLayoutMkLst>
        </pc:sldLayoutChg>
      </pc:sldMasterChg>
      <pc:sldMasterChg chg="add del addSldLayout delSldLayout modSldLayout">
        <pc:chgData name="D'onofrio, Matthew V" userId="S::mdonofrio7@gatech.edu::ba1e9f7e-ff91-4998-9b4f-42dd9f4e414a" providerId="AD" clId="Web-{7B85F135-E084-89E7-265E-9747084F8FA3}" dt="2020-08-31T22:05:17.418" v="95"/>
        <pc:sldMasterMkLst>
          <pc:docMk/>
          <pc:sldMasterMk cId="1346109736" sldId="2147483708"/>
        </pc:sldMasterMkLst>
        <pc:sldLayoutChg chg="add del mod replId">
          <pc:chgData name="D'onofrio, Matthew V" userId="S::mdonofrio7@gatech.edu::ba1e9f7e-ff91-4998-9b4f-42dd9f4e414a" providerId="AD" clId="Web-{7B85F135-E084-89E7-265E-9747084F8FA3}" dt="2020-08-31T22:05:17.418" v="95"/>
          <pc:sldLayoutMkLst>
            <pc:docMk/>
            <pc:sldMasterMk cId="1346109736" sldId="2147483708"/>
            <pc:sldLayoutMk cId="279247698" sldId="2147483709"/>
          </pc:sldLayoutMkLst>
        </pc:sldLayoutChg>
        <pc:sldLayoutChg chg="add del mod replId">
          <pc:chgData name="D'onofrio, Matthew V" userId="S::mdonofrio7@gatech.edu::ba1e9f7e-ff91-4998-9b4f-42dd9f4e414a" providerId="AD" clId="Web-{7B85F135-E084-89E7-265E-9747084F8FA3}" dt="2020-08-31T22:05:17.418" v="95"/>
          <pc:sldLayoutMkLst>
            <pc:docMk/>
            <pc:sldMasterMk cId="1346109736" sldId="2147483708"/>
            <pc:sldLayoutMk cId="119528863" sldId="2147483710"/>
          </pc:sldLayoutMkLst>
        </pc:sldLayoutChg>
        <pc:sldLayoutChg chg="add del mod replId">
          <pc:chgData name="D'onofrio, Matthew V" userId="S::mdonofrio7@gatech.edu::ba1e9f7e-ff91-4998-9b4f-42dd9f4e414a" providerId="AD" clId="Web-{7B85F135-E084-89E7-265E-9747084F8FA3}" dt="2020-08-31T22:05:17.418" v="95"/>
          <pc:sldLayoutMkLst>
            <pc:docMk/>
            <pc:sldMasterMk cId="1346109736" sldId="2147483708"/>
            <pc:sldLayoutMk cId="2558378078" sldId="2147483711"/>
          </pc:sldLayoutMkLst>
        </pc:sldLayoutChg>
        <pc:sldLayoutChg chg="add del mod replId">
          <pc:chgData name="D'onofrio, Matthew V" userId="S::mdonofrio7@gatech.edu::ba1e9f7e-ff91-4998-9b4f-42dd9f4e414a" providerId="AD" clId="Web-{7B85F135-E084-89E7-265E-9747084F8FA3}" dt="2020-08-31T22:05:17.418" v="95"/>
          <pc:sldLayoutMkLst>
            <pc:docMk/>
            <pc:sldMasterMk cId="1346109736" sldId="2147483708"/>
            <pc:sldLayoutMk cId="2227882520" sldId="2147483712"/>
          </pc:sldLayoutMkLst>
        </pc:sldLayoutChg>
        <pc:sldLayoutChg chg="add del mod replId">
          <pc:chgData name="D'onofrio, Matthew V" userId="S::mdonofrio7@gatech.edu::ba1e9f7e-ff91-4998-9b4f-42dd9f4e414a" providerId="AD" clId="Web-{7B85F135-E084-89E7-265E-9747084F8FA3}" dt="2020-08-31T22:05:17.418" v="95"/>
          <pc:sldLayoutMkLst>
            <pc:docMk/>
            <pc:sldMasterMk cId="1346109736" sldId="2147483708"/>
            <pc:sldLayoutMk cId="1936070685" sldId="2147483713"/>
          </pc:sldLayoutMkLst>
        </pc:sldLayoutChg>
        <pc:sldLayoutChg chg="add del mod replId">
          <pc:chgData name="D'onofrio, Matthew V" userId="S::mdonofrio7@gatech.edu::ba1e9f7e-ff91-4998-9b4f-42dd9f4e414a" providerId="AD" clId="Web-{7B85F135-E084-89E7-265E-9747084F8FA3}" dt="2020-08-31T22:05:17.418" v="95"/>
          <pc:sldLayoutMkLst>
            <pc:docMk/>
            <pc:sldMasterMk cId="1346109736" sldId="2147483708"/>
            <pc:sldLayoutMk cId="245827639" sldId="2147483714"/>
          </pc:sldLayoutMkLst>
        </pc:sldLayoutChg>
        <pc:sldLayoutChg chg="add del mod replId">
          <pc:chgData name="D'onofrio, Matthew V" userId="S::mdonofrio7@gatech.edu::ba1e9f7e-ff91-4998-9b4f-42dd9f4e414a" providerId="AD" clId="Web-{7B85F135-E084-89E7-265E-9747084F8FA3}" dt="2020-08-31T22:05:17.418" v="95"/>
          <pc:sldLayoutMkLst>
            <pc:docMk/>
            <pc:sldMasterMk cId="1346109736" sldId="2147483708"/>
            <pc:sldLayoutMk cId="834596160" sldId="2147483715"/>
          </pc:sldLayoutMkLst>
        </pc:sldLayoutChg>
        <pc:sldLayoutChg chg="add del mod replId">
          <pc:chgData name="D'onofrio, Matthew V" userId="S::mdonofrio7@gatech.edu::ba1e9f7e-ff91-4998-9b4f-42dd9f4e414a" providerId="AD" clId="Web-{7B85F135-E084-89E7-265E-9747084F8FA3}" dt="2020-08-31T22:05:17.418" v="95"/>
          <pc:sldLayoutMkLst>
            <pc:docMk/>
            <pc:sldMasterMk cId="1346109736" sldId="2147483708"/>
            <pc:sldLayoutMk cId="3860622699" sldId="2147483716"/>
          </pc:sldLayoutMkLst>
        </pc:sldLayoutChg>
        <pc:sldLayoutChg chg="add del mod replId">
          <pc:chgData name="D'onofrio, Matthew V" userId="S::mdonofrio7@gatech.edu::ba1e9f7e-ff91-4998-9b4f-42dd9f4e414a" providerId="AD" clId="Web-{7B85F135-E084-89E7-265E-9747084F8FA3}" dt="2020-08-31T22:05:17.418" v="95"/>
          <pc:sldLayoutMkLst>
            <pc:docMk/>
            <pc:sldMasterMk cId="1346109736" sldId="2147483708"/>
            <pc:sldLayoutMk cId="4242635398" sldId="2147483717"/>
          </pc:sldLayoutMkLst>
        </pc:sldLayoutChg>
        <pc:sldLayoutChg chg="add del mod replId">
          <pc:chgData name="D'onofrio, Matthew V" userId="S::mdonofrio7@gatech.edu::ba1e9f7e-ff91-4998-9b4f-42dd9f4e414a" providerId="AD" clId="Web-{7B85F135-E084-89E7-265E-9747084F8FA3}" dt="2020-08-31T22:05:17.418" v="95"/>
          <pc:sldLayoutMkLst>
            <pc:docMk/>
            <pc:sldMasterMk cId="1346109736" sldId="2147483708"/>
            <pc:sldLayoutMk cId="1323259741" sldId="2147483718"/>
          </pc:sldLayoutMkLst>
        </pc:sldLayoutChg>
        <pc:sldLayoutChg chg="add del mod replId">
          <pc:chgData name="D'onofrio, Matthew V" userId="S::mdonofrio7@gatech.edu::ba1e9f7e-ff91-4998-9b4f-42dd9f4e414a" providerId="AD" clId="Web-{7B85F135-E084-89E7-265E-9747084F8FA3}" dt="2020-08-31T22:05:17.418" v="95"/>
          <pc:sldLayoutMkLst>
            <pc:docMk/>
            <pc:sldMasterMk cId="1346109736" sldId="2147483708"/>
            <pc:sldLayoutMk cId="2456815102" sldId="2147483719"/>
          </pc:sldLayoutMkLst>
        </pc:sldLayoutChg>
      </pc:sldMasterChg>
      <pc:sldMasterChg chg="add del addSldLayout delSldLayout modSldLayout">
        <pc:chgData name="D'onofrio, Matthew V" userId="S::mdonofrio7@gatech.edu::ba1e9f7e-ff91-4998-9b4f-42dd9f4e414a" providerId="AD" clId="Web-{7B85F135-E084-89E7-265E-9747084F8FA3}" dt="2020-08-31T22:05:25.465" v="96"/>
        <pc:sldMasterMkLst>
          <pc:docMk/>
          <pc:sldMasterMk cId="3273586821" sldId="2147483720"/>
        </pc:sldMasterMkLst>
        <pc:sldLayoutChg chg="add del mod replId">
          <pc:chgData name="D'onofrio, Matthew V" userId="S::mdonofrio7@gatech.edu::ba1e9f7e-ff91-4998-9b4f-42dd9f4e414a" providerId="AD" clId="Web-{7B85F135-E084-89E7-265E-9747084F8FA3}" dt="2020-08-31T22:05:25.465" v="96"/>
          <pc:sldLayoutMkLst>
            <pc:docMk/>
            <pc:sldMasterMk cId="3273586821" sldId="2147483720"/>
            <pc:sldLayoutMk cId="3859355257" sldId="2147483721"/>
          </pc:sldLayoutMkLst>
        </pc:sldLayoutChg>
        <pc:sldLayoutChg chg="add del mod replId">
          <pc:chgData name="D'onofrio, Matthew V" userId="S::mdonofrio7@gatech.edu::ba1e9f7e-ff91-4998-9b4f-42dd9f4e414a" providerId="AD" clId="Web-{7B85F135-E084-89E7-265E-9747084F8FA3}" dt="2020-08-31T22:05:25.465" v="96"/>
          <pc:sldLayoutMkLst>
            <pc:docMk/>
            <pc:sldMasterMk cId="3273586821" sldId="2147483720"/>
            <pc:sldLayoutMk cId="870703160" sldId="2147483722"/>
          </pc:sldLayoutMkLst>
        </pc:sldLayoutChg>
        <pc:sldLayoutChg chg="add del mod replId">
          <pc:chgData name="D'onofrio, Matthew V" userId="S::mdonofrio7@gatech.edu::ba1e9f7e-ff91-4998-9b4f-42dd9f4e414a" providerId="AD" clId="Web-{7B85F135-E084-89E7-265E-9747084F8FA3}" dt="2020-08-31T22:05:25.465" v="96"/>
          <pc:sldLayoutMkLst>
            <pc:docMk/>
            <pc:sldMasterMk cId="3273586821" sldId="2147483720"/>
            <pc:sldLayoutMk cId="3143522010" sldId="2147483723"/>
          </pc:sldLayoutMkLst>
        </pc:sldLayoutChg>
        <pc:sldLayoutChg chg="add del mod replId">
          <pc:chgData name="D'onofrio, Matthew V" userId="S::mdonofrio7@gatech.edu::ba1e9f7e-ff91-4998-9b4f-42dd9f4e414a" providerId="AD" clId="Web-{7B85F135-E084-89E7-265E-9747084F8FA3}" dt="2020-08-31T22:05:25.465" v="96"/>
          <pc:sldLayoutMkLst>
            <pc:docMk/>
            <pc:sldMasterMk cId="3273586821" sldId="2147483720"/>
            <pc:sldLayoutMk cId="1187603707" sldId="2147483724"/>
          </pc:sldLayoutMkLst>
        </pc:sldLayoutChg>
        <pc:sldLayoutChg chg="add del mod replId">
          <pc:chgData name="D'onofrio, Matthew V" userId="S::mdonofrio7@gatech.edu::ba1e9f7e-ff91-4998-9b4f-42dd9f4e414a" providerId="AD" clId="Web-{7B85F135-E084-89E7-265E-9747084F8FA3}" dt="2020-08-31T22:05:25.465" v="96"/>
          <pc:sldLayoutMkLst>
            <pc:docMk/>
            <pc:sldMasterMk cId="3273586821" sldId="2147483720"/>
            <pc:sldLayoutMk cId="778989186" sldId="2147483725"/>
          </pc:sldLayoutMkLst>
        </pc:sldLayoutChg>
        <pc:sldLayoutChg chg="add del mod replId">
          <pc:chgData name="D'onofrio, Matthew V" userId="S::mdonofrio7@gatech.edu::ba1e9f7e-ff91-4998-9b4f-42dd9f4e414a" providerId="AD" clId="Web-{7B85F135-E084-89E7-265E-9747084F8FA3}" dt="2020-08-31T22:05:25.465" v="96"/>
          <pc:sldLayoutMkLst>
            <pc:docMk/>
            <pc:sldMasterMk cId="3273586821" sldId="2147483720"/>
            <pc:sldLayoutMk cId="86818183" sldId="2147483726"/>
          </pc:sldLayoutMkLst>
        </pc:sldLayoutChg>
        <pc:sldLayoutChg chg="add del mod replId">
          <pc:chgData name="D'onofrio, Matthew V" userId="S::mdonofrio7@gatech.edu::ba1e9f7e-ff91-4998-9b4f-42dd9f4e414a" providerId="AD" clId="Web-{7B85F135-E084-89E7-265E-9747084F8FA3}" dt="2020-08-31T22:05:25.465" v="96"/>
          <pc:sldLayoutMkLst>
            <pc:docMk/>
            <pc:sldMasterMk cId="3273586821" sldId="2147483720"/>
            <pc:sldLayoutMk cId="2220729782" sldId="2147483727"/>
          </pc:sldLayoutMkLst>
        </pc:sldLayoutChg>
        <pc:sldLayoutChg chg="add del mod replId">
          <pc:chgData name="D'onofrio, Matthew V" userId="S::mdonofrio7@gatech.edu::ba1e9f7e-ff91-4998-9b4f-42dd9f4e414a" providerId="AD" clId="Web-{7B85F135-E084-89E7-265E-9747084F8FA3}" dt="2020-08-31T22:05:25.465" v="96"/>
          <pc:sldLayoutMkLst>
            <pc:docMk/>
            <pc:sldMasterMk cId="3273586821" sldId="2147483720"/>
            <pc:sldLayoutMk cId="502207375" sldId="2147483728"/>
          </pc:sldLayoutMkLst>
        </pc:sldLayoutChg>
        <pc:sldLayoutChg chg="add del mod replId">
          <pc:chgData name="D'onofrio, Matthew V" userId="S::mdonofrio7@gatech.edu::ba1e9f7e-ff91-4998-9b4f-42dd9f4e414a" providerId="AD" clId="Web-{7B85F135-E084-89E7-265E-9747084F8FA3}" dt="2020-08-31T22:05:25.465" v="96"/>
          <pc:sldLayoutMkLst>
            <pc:docMk/>
            <pc:sldMasterMk cId="3273586821" sldId="2147483720"/>
            <pc:sldLayoutMk cId="4202323617" sldId="2147483729"/>
          </pc:sldLayoutMkLst>
        </pc:sldLayoutChg>
        <pc:sldLayoutChg chg="add del mod replId">
          <pc:chgData name="D'onofrio, Matthew V" userId="S::mdonofrio7@gatech.edu::ba1e9f7e-ff91-4998-9b4f-42dd9f4e414a" providerId="AD" clId="Web-{7B85F135-E084-89E7-265E-9747084F8FA3}" dt="2020-08-31T22:05:25.465" v="96"/>
          <pc:sldLayoutMkLst>
            <pc:docMk/>
            <pc:sldMasterMk cId="3273586821" sldId="2147483720"/>
            <pc:sldLayoutMk cId="1590269474" sldId="2147483730"/>
          </pc:sldLayoutMkLst>
        </pc:sldLayoutChg>
        <pc:sldLayoutChg chg="add del mod replId">
          <pc:chgData name="D'onofrio, Matthew V" userId="S::mdonofrio7@gatech.edu::ba1e9f7e-ff91-4998-9b4f-42dd9f4e414a" providerId="AD" clId="Web-{7B85F135-E084-89E7-265E-9747084F8FA3}" dt="2020-08-31T22:05:25.465" v="96"/>
          <pc:sldLayoutMkLst>
            <pc:docMk/>
            <pc:sldMasterMk cId="3273586821" sldId="2147483720"/>
            <pc:sldLayoutMk cId="2546631638" sldId="2147483731"/>
          </pc:sldLayoutMkLst>
        </pc:sldLayoutChg>
      </pc:sldMasterChg>
      <pc:sldMasterChg chg="add addSldLayout modSldLayout">
        <pc:chgData name="D'onofrio, Matthew V" userId="S::mdonofrio7@gatech.edu::ba1e9f7e-ff91-4998-9b4f-42dd9f4e414a" providerId="AD" clId="Web-{7B85F135-E084-89E7-265E-9747084F8FA3}" dt="2020-08-31T22:05:25.465" v="96"/>
        <pc:sldMasterMkLst>
          <pc:docMk/>
          <pc:sldMasterMk cId="3816818775" sldId="2147483732"/>
        </pc:sldMasterMkLst>
        <pc:sldLayoutChg chg="add mod replId">
          <pc:chgData name="D'onofrio, Matthew V" userId="S::mdonofrio7@gatech.edu::ba1e9f7e-ff91-4998-9b4f-42dd9f4e414a" providerId="AD" clId="Web-{7B85F135-E084-89E7-265E-9747084F8FA3}" dt="2020-08-31T22:05:25.465" v="96"/>
          <pc:sldLayoutMkLst>
            <pc:docMk/>
            <pc:sldMasterMk cId="3816818775" sldId="2147483732"/>
            <pc:sldLayoutMk cId="2382363270" sldId="2147483733"/>
          </pc:sldLayoutMkLst>
        </pc:sldLayoutChg>
        <pc:sldLayoutChg chg="add mod replId">
          <pc:chgData name="D'onofrio, Matthew V" userId="S::mdonofrio7@gatech.edu::ba1e9f7e-ff91-4998-9b4f-42dd9f4e414a" providerId="AD" clId="Web-{7B85F135-E084-89E7-265E-9747084F8FA3}" dt="2020-08-31T22:05:25.465" v="96"/>
          <pc:sldLayoutMkLst>
            <pc:docMk/>
            <pc:sldMasterMk cId="3816818775" sldId="2147483732"/>
            <pc:sldLayoutMk cId="4089809762" sldId="2147483734"/>
          </pc:sldLayoutMkLst>
        </pc:sldLayoutChg>
        <pc:sldLayoutChg chg="add mod replId">
          <pc:chgData name="D'onofrio, Matthew V" userId="S::mdonofrio7@gatech.edu::ba1e9f7e-ff91-4998-9b4f-42dd9f4e414a" providerId="AD" clId="Web-{7B85F135-E084-89E7-265E-9747084F8FA3}" dt="2020-08-31T22:05:25.465" v="96"/>
          <pc:sldLayoutMkLst>
            <pc:docMk/>
            <pc:sldMasterMk cId="3816818775" sldId="2147483732"/>
            <pc:sldLayoutMk cId="1216126816" sldId="2147483735"/>
          </pc:sldLayoutMkLst>
        </pc:sldLayoutChg>
        <pc:sldLayoutChg chg="add mod replId">
          <pc:chgData name="D'onofrio, Matthew V" userId="S::mdonofrio7@gatech.edu::ba1e9f7e-ff91-4998-9b4f-42dd9f4e414a" providerId="AD" clId="Web-{7B85F135-E084-89E7-265E-9747084F8FA3}" dt="2020-08-31T22:05:25.465" v="96"/>
          <pc:sldLayoutMkLst>
            <pc:docMk/>
            <pc:sldMasterMk cId="3816818775" sldId="2147483732"/>
            <pc:sldLayoutMk cId="1584098850" sldId="2147483736"/>
          </pc:sldLayoutMkLst>
        </pc:sldLayoutChg>
        <pc:sldLayoutChg chg="add mod replId">
          <pc:chgData name="D'onofrio, Matthew V" userId="S::mdonofrio7@gatech.edu::ba1e9f7e-ff91-4998-9b4f-42dd9f4e414a" providerId="AD" clId="Web-{7B85F135-E084-89E7-265E-9747084F8FA3}" dt="2020-08-31T22:05:25.465" v="96"/>
          <pc:sldLayoutMkLst>
            <pc:docMk/>
            <pc:sldMasterMk cId="3816818775" sldId="2147483732"/>
            <pc:sldLayoutMk cId="3729040939" sldId="2147483737"/>
          </pc:sldLayoutMkLst>
        </pc:sldLayoutChg>
        <pc:sldLayoutChg chg="add mod replId">
          <pc:chgData name="D'onofrio, Matthew V" userId="S::mdonofrio7@gatech.edu::ba1e9f7e-ff91-4998-9b4f-42dd9f4e414a" providerId="AD" clId="Web-{7B85F135-E084-89E7-265E-9747084F8FA3}" dt="2020-08-31T22:05:25.465" v="96"/>
          <pc:sldLayoutMkLst>
            <pc:docMk/>
            <pc:sldMasterMk cId="3816818775" sldId="2147483732"/>
            <pc:sldLayoutMk cId="1194781750" sldId="2147483738"/>
          </pc:sldLayoutMkLst>
        </pc:sldLayoutChg>
        <pc:sldLayoutChg chg="add mod replId">
          <pc:chgData name="D'onofrio, Matthew V" userId="S::mdonofrio7@gatech.edu::ba1e9f7e-ff91-4998-9b4f-42dd9f4e414a" providerId="AD" clId="Web-{7B85F135-E084-89E7-265E-9747084F8FA3}" dt="2020-08-31T22:05:25.465" v="96"/>
          <pc:sldLayoutMkLst>
            <pc:docMk/>
            <pc:sldMasterMk cId="3816818775" sldId="2147483732"/>
            <pc:sldLayoutMk cId="2116447425" sldId="2147483739"/>
          </pc:sldLayoutMkLst>
        </pc:sldLayoutChg>
        <pc:sldLayoutChg chg="add mod replId">
          <pc:chgData name="D'onofrio, Matthew V" userId="S::mdonofrio7@gatech.edu::ba1e9f7e-ff91-4998-9b4f-42dd9f4e414a" providerId="AD" clId="Web-{7B85F135-E084-89E7-265E-9747084F8FA3}" dt="2020-08-31T22:05:25.465" v="96"/>
          <pc:sldLayoutMkLst>
            <pc:docMk/>
            <pc:sldMasterMk cId="3816818775" sldId="2147483732"/>
            <pc:sldLayoutMk cId="4180060917" sldId="2147483740"/>
          </pc:sldLayoutMkLst>
        </pc:sldLayoutChg>
        <pc:sldLayoutChg chg="add mod replId">
          <pc:chgData name="D'onofrio, Matthew V" userId="S::mdonofrio7@gatech.edu::ba1e9f7e-ff91-4998-9b4f-42dd9f4e414a" providerId="AD" clId="Web-{7B85F135-E084-89E7-265E-9747084F8FA3}" dt="2020-08-31T22:05:25.465" v="96"/>
          <pc:sldLayoutMkLst>
            <pc:docMk/>
            <pc:sldMasterMk cId="3816818775" sldId="2147483732"/>
            <pc:sldLayoutMk cId="2923431571" sldId="2147483741"/>
          </pc:sldLayoutMkLst>
        </pc:sldLayoutChg>
        <pc:sldLayoutChg chg="add mod replId">
          <pc:chgData name="D'onofrio, Matthew V" userId="S::mdonofrio7@gatech.edu::ba1e9f7e-ff91-4998-9b4f-42dd9f4e414a" providerId="AD" clId="Web-{7B85F135-E084-89E7-265E-9747084F8FA3}" dt="2020-08-31T22:05:25.465" v="96"/>
          <pc:sldLayoutMkLst>
            <pc:docMk/>
            <pc:sldMasterMk cId="3816818775" sldId="2147483732"/>
            <pc:sldLayoutMk cId="1744242635" sldId="2147483742"/>
          </pc:sldLayoutMkLst>
        </pc:sldLayoutChg>
        <pc:sldLayoutChg chg="add mod replId">
          <pc:chgData name="D'onofrio, Matthew V" userId="S::mdonofrio7@gatech.edu::ba1e9f7e-ff91-4998-9b4f-42dd9f4e414a" providerId="AD" clId="Web-{7B85F135-E084-89E7-265E-9747084F8FA3}" dt="2020-08-31T22:05:25.465" v="96"/>
          <pc:sldLayoutMkLst>
            <pc:docMk/>
            <pc:sldMasterMk cId="3816818775" sldId="2147483732"/>
            <pc:sldLayoutMk cId="3151037769" sldId="2147483743"/>
          </pc:sldLayoutMkLst>
        </pc:sldLayoutChg>
      </pc:sldMasterChg>
    </pc:docChg>
  </pc:docChgLst>
  <pc:docChgLst>
    <pc:chgData name="D'onofrio, Matthew V" userId="S::mdonofrio7@gatech.edu::ba1e9f7e-ff91-4998-9b4f-42dd9f4e414a" providerId="AD" clId="Web-{ADFE32FB-E5D0-4BAF-EAD1-5C055AE3BA6A}"/>
    <pc:docChg chg="modSld">
      <pc:chgData name="D'onofrio, Matthew V" userId="S::mdonofrio7@gatech.edu::ba1e9f7e-ff91-4998-9b4f-42dd9f4e414a" providerId="AD" clId="Web-{ADFE32FB-E5D0-4BAF-EAD1-5C055AE3BA6A}" dt="2020-09-08T01:12:26.964" v="1615" actId="20577"/>
      <pc:docMkLst>
        <pc:docMk/>
      </pc:docMkLst>
      <pc:sldChg chg="modSp">
        <pc:chgData name="D'onofrio, Matthew V" userId="S::mdonofrio7@gatech.edu::ba1e9f7e-ff91-4998-9b4f-42dd9f4e414a" providerId="AD" clId="Web-{ADFE32FB-E5D0-4BAF-EAD1-5C055AE3BA6A}" dt="2020-09-08T01:00:16.777" v="1611" actId="20577"/>
        <pc:sldMkLst>
          <pc:docMk/>
          <pc:sldMk cId="1030611485" sldId="258"/>
        </pc:sldMkLst>
        <pc:spChg chg="mod">
          <ac:chgData name="D'onofrio, Matthew V" userId="S::mdonofrio7@gatech.edu::ba1e9f7e-ff91-4998-9b4f-42dd9f4e414a" providerId="AD" clId="Web-{ADFE32FB-E5D0-4BAF-EAD1-5C055AE3BA6A}" dt="2020-09-08T01:00:16.777" v="1611" actId="20577"/>
          <ac:spMkLst>
            <pc:docMk/>
            <pc:sldMk cId="1030611485" sldId="258"/>
            <ac:spMk id="3" creationId="{3907A789-3D61-4B3E-82DB-55ADE8838B17}"/>
          </ac:spMkLst>
        </pc:spChg>
      </pc:sldChg>
      <pc:sldChg chg="modSp">
        <pc:chgData name="D'onofrio, Matthew V" userId="S::mdonofrio7@gatech.edu::ba1e9f7e-ff91-4998-9b4f-42dd9f4e414a" providerId="AD" clId="Web-{ADFE32FB-E5D0-4BAF-EAD1-5C055AE3BA6A}" dt="2020-09-08T00:13:30.953" v="893" actId="20577"/>
        <pc:sldMkLst>
          <pc:docMk/>
          <pc:sldMk cId="1776708669" sldId="275"/>
        </pc:sldMkLst>
        <pc:spChg chg="mod">
          <ac:chgData name="D'onofrio, Matthew V" userId="S::mdonofrio7@gatech.edu::ba1e9f7e-ff91-4998-9b4f-42dd9f4e414a" providerId="AD" clId="Web-{ADFE32FB-E5D0-4BAF-EAD1-5C055AE3BA6A}" dt="2020-09-07T23:54:37.945" v="52" actId="20577"/>
          <ac:spMkLst>
            <pc:docMk/>
            <pc:sldMk cId="1776708669" sldId="275"/>
            <ac:spMk id="2" creationId="{DC1D210C-1515-4EF8-ACB2-E7E0849F72A6}"/>
          </ac:spMkLst>
        </pc:spChg>
        <pc:spChg chg="mod">
          <ac:chgData name="D'onofrio, Matthew V" userId="S::mdonofrio7@gatech.edu::ba1e9f7e-ff91-4998-9b4f-42dd9f4e414a" providerId="AD" clId="Web-{ADFE32FB-E5D0-4BAF-EAD1-5C055AE3BA6A}" dt="2020-09-08T00:13:30.953" v="893" actId="20577"/>
          <ac:spMkLst>
            <pc:docMk/>
            <pc:sldMk cId="1776708669" sldId="275"/>
            <ac:spMk id="3" creationId="{7AF99E9C-DFA5-437A-9B7C-DA3AABCA9A76}"/>
          </ac:spMkLst>
        </pc:spChg>
      </pc:sldChg>
      <pc:sldChg chg="modSp">
        <pc:chgData name="D'onofrio, Matthew V" userId="S::mdonofrio7@gatech.edu::ba1e9f7e-ff91-4998-9b4f-42dd9f4e414a" providerId="AD" clId="Web-{ADFE32FB-E5D0-4BAF-EAD1-5C055AE3BA6A}" dt="2020-09-08T01:00:21.121" v="1614" actId="20577"/>
        <pc:sldMkLst>
          <pc:docMk/>
          <pc:sldMk cId="2330749085" sldId="276"/>
        </pc:sldMkLst>
        <pc:spChg chg="mod">
          <ac:chgData name="D'onofrio, Matthew V" userId="S::mdonofrio7@gatech.edu::ba1e9f7e-ff91-4998-9b4f-42dd9f4e414a" providerId="AD" clId="Web-{ADFE32FB-E5D0-4BAF-EAD1-5C055AE3BA6A}" dt="2020-09-08T00:14:42.548" v="908" actId="20577"/>
          <ac:spMkLst>
            <pc:docMk/>
            <pc:sldMk cId="2330749085" sldId="276"/>
            <ac:spMk id="2" creationId="{81DC53B7-B67A-4F7C-A839-4A614CA49BBD}"/>
          </ac:spMkLst>
        </pc:spChg>
        <pc:spChg chg="mod">
          <ac:chgData name="D'onofrio, Matthew V" userId="S::mdonofrio7@gatech.edu::ba1e9f7e-ff91-4998-9b4f-42dd9f4e414a" providerId="AD" clId="Web-{ADFE32FB-E5D0-4BAF-EAD1-5C055AE3BA6A}" dt="2020-09-08T01:00:21.121" v="1614" actId="20577"/>
          <ac:spMkLst>
            <pc:docMk/>
            <pc:sldMk cId="2330749085" sldId="276"/>
            <ac:spMk id="3" creationId="{E83E6696-73E2-4F8C-A703-E975F181541C}"/>
          </ac:spMkLst>
        </pc:spChg>
      </pc:sldChg>
    </pc:docChg>
  </pc:docChgLst>
  <pc:docChgLst>
    <pc:chgData name="D'onofrio, Matthew V" userId="S::mdonofrio7@gatech.edu::ba1e9f7e-ff91-4998-9b4f-42dd9f4e414a" providerId="AD" clId="Web-{62141444-6F01-2565-3356-845DCACA5518}"/>
    <pc:docChg chg="modSld">
      <pc:chgData name="D'onofrio, Matthew V" userId="S::mdonofrio7@gatech.edu::ba1e9f7e-ff91-4998-9b4f-42dd9f4e414a" providerId="AD" clId="Web-{62141444-6F01-2565-3356-845DCACA5518}" dt="2020-09-08T22:00:11.984" v="290" actId="20577"/>
      <pc:docMkLst>
        <pc:docMk/>
      </pc:docMkLst>
      <pc:sldChg chg="modSp">
        <pc:chgData name="D'onofrio, Matthew V" userId="S::mdonofrio7@gatech.edu::ba1e9f7e-ff91-4998-9b4f-42dd9f4e414a" providerId="AD" clId="Web-{62141444-6F01-2565-3356-845DCACA5518}" dt="2020-09-08T21:52:27.191" v="181" actId="20577"/>
        <pc:sldMkLst>
          <pc:docMk/>
          <pc:sldMk cId="2581402765" sldId="263"/>
        </pc:sldMkLst>
        <pc:spChg chg="mod">
          <ac:chgData name="D'onofrio, Matthew V" userId="S::mdonofrio7@gatech.edu::ba1e9f7e-ff91-4998-9b4f-42dd9f4e414a" providerId="AD" clId="Web-{62141444-6F01-2565-3356-845DCACA5518}" dt="2020-09-08T21:52:27.191" v="181" actId="20577"/>
          <ac:spMkLst>
            <pc:docMk/>
            <pc:sldMk cId="2581402765" sldId="263"/>
            <ac:spMk id="3" creationId="{B97C81C1-C9B7-4CD2-8D27-DB252B96EBE0}"/>
          </ac:spMkLst>
        </pc:spChg>
      </pc:sldChg>
      <pc:sldChg chg="modSp">
        <pc:chgData name="D'onofrio, Matthew V" userId="S::mdonofrio7@gatech.edu::ba1e9f7e-ff91-4998-9b4f-42dd9f4e414a" providerId="AD" clId="Web-{62141444-6F01-2565-3356-845DCACA5518}" dt="2020-09-08T21:55:34.837" v="251" actId="20577"/>
        <pc:sldMkLst>
          <pc:docMk/>
          <pc:sldMk cId="1216129270" sldId="264"/>
        </pc:sldMkLst>
        <pc:spChg chg="mod">
          <ac:chgData name="D'onofrio, Matthew V" userId="S::mdonofrio7@gatech.edu::ba1e9f7e-ff91-4998-9b4f-42dd9f4e414a" providerId="AD" clId="Web-{62141444-6F01-2565-3356-845DCACA5518}" dt="2020-09-08T21:55:34.837" v="251" actId="20577"/>
          <ac:spMkLst>
            <pc:docMk/>
            <pc:sldMk cId="1216129270" sldId="264"/>
            <ac:spMk id="3" creationId="{837B93E7-C09F-4979-99A9-E88FCE2FD44B}"/>
          </ac:spMkLst>
        </pc:spChg>
      </pc:sldChg>
      <pc:sldChg chg="modSp">
        <pc:chgData name="D'onofrio, Matthew V" userId="S::mdonofrio7@gatech.edu::ba1e9f7e-ff91-4998-9b4f-42dd9f4e414a" providerId="AD" clId="Web-{62141444-6F01-2565-3356-845DCACA5518}" dt="2020-09-08T22:00:11.984" v="289" actId="20577"/>
        <pc:sldMkLst>
          <pc:docMk/>
          <pc:sldMk cId="2330749085" sldId="276"/>
        </pc:sldMkLst>
        <pc:spChg chg="mod">
          <ac:chgData name="D'onofrio, Matthew V" userId="S::mdonofrio7@gatech.edu::ba1e9f7e-ff91-4998-9b4f-42dd9f4e414a" providerId="AD" clId="Web-{62141444-6F01-2565-3356-845DCACA5518}" dt="2020-09-08T22:00:11.984" v="289" actId="20577"/>
          <ac:spMkLst>
            <pc:docMk/>
            <pc:sldMk cId="2330749085" sldId="276"/>
            <ac:spMk id="3" creationId="{E83E6696-73E2-4F8C-A703-E975F181541C}"/>
          </ac:spMkLst>
        </pc:spChg>
      </pc:sldChg>
      <pc:sldChg chg="modSp">
        <pc:chgData name="D'onofrio, Matthew V" userId="S::mdonofrio7@gatech.edu::ba1e9f7e-ff91-4998-9b4f-42dd9f4e414a" providerId="AD" clId="Web-{62141444-6F01-2565-3356-845DCACA5518}" dt="2020-09-08T21:38:25.092" v="22" actId="20577"/>
        <pc:sldMkLst>
          <pc:docMk/>
          <pc:sldMk cId="1720680922" sldId="277"/>
        </pc:sldMkLst>
        <pc:spChg chg="mod">
          <ac:chgData name="D'onofrio, Matthew V" userId="S::mdonofrio7@gatech.edu::ba1e9f7e-ff91-4998-9b4f-42dd9f4e414a" providerId="AD" clId="Web-{62141444-6F01-2565-3356-845DCACA5518}" dt="2020-09-08T21:38:25.092" v="22" actId="20577"/>
          <ac:spMkLst>
            <pc:docMk/>
            <pc:sldMk cId="1720680922" sldId="277"/>
            <ac:spMk id="3" creationId="{CA1D8D49-D5F5-4CF5-BEA3-D61F1D81CC7B}"/>
          </ac:spMkLst>
        </pc:spChg>
      </pc:sldChg>
      <pc:sldChg chg="modSp">
        <pc:chgData name="D'onofrio, Matthew V" userId="S::mdonofrio7@gatech.edu::ba1e9f7e-ff91-4998-9b4f-42dd9f4e414a" providerId="AD" clId="Web-{62141444-6F01-2565-3356-845DCACA5518}" dt="2020-09-08T21:47:39.481" v="133" actId="20577"/>
        <pc:sldMkLst>
          <pc:docMk/>
          <pc:sldMk cId="1579089874" sldId="278"/>
        </pc:sldMkLst>
        <pc:spChg chg="mod">
          <ac:chgData name="D'onofrio, Matthew V" userId="S::mdonofrio7@gatech.edu::ba1e9f7e-ff91-4998-9b4f-42dd9f4e414a" providerId="AD" clId="Web-{62141444-6F01-2565-3356-845DCACA5518}" dt="2020-09-08T21:47:39.481" v="133" actId="20577"/>
          <ac:spMkLst>
            <pc:docMk/>
            <pc:sldMk cId="1579089874" sldId="278"/>
            <ac:spMk id="3" creationId="{CA1D8D49-D5F5-4CF5-BEA3-D61F1D81CC7B}"/>
          </ac:spMkLst>
        </pc:spChg>
      </pc:sldChg>
      <pc:sldChg chg="modSp">
        <pc:chgData name="D'onofrio, Matthew V" userId="S::mdonofrio7@gatech.edu::ba1e9f7e-ff91-4998-9b4f-42dd9f4e414a" providerId="AD" clId="Web-{62141444-6F01-2565-3356-845DCACA5518}" dt="2020-09-08T21:43:41.631" v="121" actId="20577"/>
        <pc:sldMkLst>
          <pc:docMk/>
          <pc:sldMk cId="282607938" sldId="279"/>
        </pc:sldMkLst>
        <pc:spChg chg="mod">
          <ac:chgData name="D'onofrio, Matthew V" userId="S::mdonofrio7@gatech.edu::ba1e9f7e-ff91-4998-9b4f-42dd9f4e414a" providerId="AD" clId="Web-{62141444-6F01-2565-3356-845DCACA5518}" dt="2020-09-08T21:43:41.631" v="121" actId="20577"/>
          <ac:spMkLst>
            <pc:docMk/>
            <pc:sldMk cId="282607938" sldId="279"/>
            <ac:spMk id="3" creationId="{CA1D8D49-D5F5-4CF5-BEA3-D61F1D81CC7B}"/>
          </ac:spMkLst>
        </pc:spChg>
      </pc:sldChg>
      <pc:sldChg chg="modSp">
        <pc:chgData name="D'onofrio, Matthew V" userId="S::mdonofrio7@gatech.edu::ba1e9f7e-ff91-4998-9b4f-42dd9f4e414a" providerId="AD" clId="Web-{62141444-6F01-2565-3356-845DCACA5518}" dt="2020-09-08T21:58:10.731" v="285" actId="20577"/>
        <pc:sldMkLst>
          <pc:docMk/>
          <pc:sldMk cId="3416780677" sldId="281"/>
        </pc:sldMkLst>
        <pc:spChg chg="mod">
          <ac:chgData name="D'onofrio, Matthew V" userId="S::mdonofrio7@gatech.edu::ba1e9f7e-ff91-4998-9b4f-42dd9f4e414a" providerId="AD" clId="Web-{62141444-6F01-2565-3356-845DCACA5518}" dt="2020-09-08T21:58:10.731" v="285" actId="20577"/>
          <ac:spMkLst>
            <pc:docMk/>
            <pc:sldMk cId="3416780677" sldId="281"/>
            <ac:spMk id="3" creationId="{CA1D8D49-D5F5-4CF5-BEA3-D61F1D81CC7B}"/>
          </ac:spMkLst>
        </pc:spChg>
      </pc:sldChg>
      <pc:sldChg chg="modSp">
        <pc:chgData name="D'onofrio, Matthew V" userId="S::mdonofrio7@gatech.edu::ba1e9f7e-ff91-4998-9b4f-42dd9f4e414a" providerId="AD" clId="Web-{62141444-6F01-2565-3356-845DCACA5518}" dt="2020-09-08T21:41:34.394" v="101" actId="20577"/>
        <pc:sldMkLst>
          <pc:docMk/>
          <pc:sldMk cId="2856332301" sldId="283"/>
        </pc:sldMkLst>
        <pc:spChg chg="mod">
          <ac:chgData name="D'onofrio, Matthew V" userId="S::mdonofrio7@gatech.edu::ba1e9f7e-ff91-4998-9b4f-42dd9f4e414a" providerId="AD" clId="Web-{62141444-6F01-2565-3356-845DCACA5518}" dt="2020-09-08T21:41:34.394" v="101" actId="20577"/>
          <ac:spMkLst>
            <pc:docMk/>
            <pc:sldMk cId="2856332301" sldId="283"/>
            <ac:spMk id="3" creationId="{CA1D8D49-D5F5-4CF5-BEA3-D61F1D81CC7B}"/>
          </ac:spMkLst>
        </pc:spChg>
      </pc:sldChg>
      <pc:sldChg chg="modSp">
        <pc:chgData name="D'onofrio, Matthew V" userId="S::mdonofrio7@gatech.edu::ba1e9f7e-ff91-4998-9b4f-42dd9f4e414a" providerId="AD" clId="Web-{62141444-6F01-2565-3356-845DCACA5518}" dt="2020-09-08T21:49:29.515" v="153" actId="20577"/>
        <pc:sldMkLst>
          <pc:docMk/>
          <pc:sldMk cId="3616149677" sldId="284"/>
        </pc:sldMkLst>
        <pc:spChg chg="mod">
          <ac:chgData name="D'onofrio, Matthew V" userId="S::mdonofrio7@gatech.edu::ba1e9f7e-ff91-4998-9b4f-42dd9f4e414a" providerId="AD" clId="Web-{62141444-6F01-2565-3356-845DCACA5518}" dt="2020-09-08T21:49:29.515" v="153" actId="20577"/>
          <ac:spMkLst>
            <pc:docMk/>
            <pc:sldMk cId="3616149677" sldId="284"/>
            <ac:spMk id="3" creationId="{837B93E7-C09F-4979-99A9-E88FCE2FD44B}"/>
          </ac:spMkLst>
        </pc:spChg>
      </pc:sldChg>
      <pc:sldChg chg="modSp">
        <pc:chgData name="D'onofrio, Matthew V" userId="S::mdonofrio7@gatech.edu::ba1e9f7e-ff91-4998-9b4f-42dd9f4e414a" providerId="AD" clId="Web-{62141444-6F01-2565-3356-845DCACA5518}" dt="2020-09-08T21:48:23.638" v="141" actId="20577"/>
        <pc:sldMkLst>
          <pc:docMk/>
          <pc:sldMk cId="2006005786" sldId="285"/>
        </pc:sldMkLst>
        <pc:spChg chg="mod">
          <ac:chgData name="D'onofrio, Matthew V" userId="S::mdonofrio7@gatech.edu::ba1e9f7e-ff91-4998-9b4f-42dd9f4e414a" providerId="AD" clId="Web-{62141444-6F01-2565-3356-845DCACA5518}" dt="2020-09-08T21:48:23.638" v="141" actId="20577"/>
          <ac:spMkLst>
            <pc:docMk/>
            <pc:sldMk cId="2006005786" sldId="285"/>
            <ac:spMk id="3" creationId="{837B93E7-C09F-4979-99A9-E88FCE2FD44B}"/>
          </ac:spMkLst>
        </pc:spChg>
      </pc:sldChg>
    </pc:docChg>
  </pc:docChgLst>
  <pc:docChgLst>
    <pc:chgData name="D'onofrio, Matthew V" userId="S::mdonofrio7@gatech.edu::ba1e9f7e-ff91-4998-9b4f-42dd9f4e414a" providerId="AD" clId="Web-{E189E73C-E41B-CAC1-1246-851D55B1405F}"/>
    <pc:docChg chg="modSld">
      <pc:chgData name="D'onofrio, Matthew V" userId="S::mdonofrio7@gatech.edu::ba1e9f7e-ff91-4998-9b4f-42dd9f4e414a" providerId="AD" clId="Web-{E189E73C-E41B-CAC1-1246-851D55B1405F}" dt="2020-09-01T18:59:38.471" v="4"/>
      <pc:docMkLst>
        <pc:docMk/>
      </pc:docMkLst>
      <pc:sldChg chg="modSp">
        <pc:chgData name="D'onofrio, Matthew V" userId="S::mdonofrio7@gatech.edu::ba1e9f7e-ff91-4998-9b4f-42dd9f4e414a" providerId="AD" clId="Web-{E189E73C-E41B-CAC1-1246-851D55B1405F}" dt="2020-09-01T18:59:38.471" v="4"/>
        <pc:sldMkLst>
          <pc:docMk/>
          <pc:sldMk cId="109857222" sldId="256"/>
        </pc:sldMkLst>
        <pc:picChg chg="mod">
          <ac:chgData name="D'onofrio, Matthew V" userId="S::mdonofrio7@gatech.edu::ba1e9f7e-ff91-4998-9b4f-42dd9f4e414a" providerId="AD" clId="Web-{E189E73C-E41B-CAC1-1246-851D55B1405F}" dt="2020-09-01T18:59:38.471" v="4"/>
          <ac:picMkLst>
            <pc:docMk/>
            <pc:sldMk cId="109857222" sldId="256"/>
            <ac:picMk id="7" creationId="{FD0DD93B-3C91-40FA-B34B-1BA48A429232}"/>
          </ac:picMkLst>
        </pc:picChg>
      </pc:sldChg>
    </pc:docChg>
  </pc:docChgLst>
  <pc:docChgLst>
    <pc:chgData name="D'onofrio, Matthew V" userId="S::mdonofrio7@gatech.edu::ba1e9f7e-ff91-4998-9b4f-42dd9f4e414a" providerId="AD" clId="Web-{CBD85943-1089-476A-2496-EAEAE23B6525}"/>
    <pc:docChg chg="addSld modSld">
      <pc:chgData name="D'onofrio, Matthew V" userId="S::mdonofrio7@gatech.edu::ba1e9f7e-ff91-4998-9b4f-42dd9f4e414a" providerId="AD" clId="Web-{CBD85943-1089-476A-2496-EAEAE23B6525}" dt="2020-09-08T02:36:26.098" v="202" actId="20577"/>
      <pc:docMkLst>
        <pc:docMk/>
      </pc:docMkLst>
      <pc:sldChg chg="modSp">
        <pc:chgData name="D'onofrio, Matthew V" userId="S::mdonofrio7@gatech.edu::ba1e9f7e-ff91-4998-9b4f-42dd9f4e414a" providerId="AD" clId="Web-{CBD85943-1089-476A-2496-EAEAE23B6525}" dt="2020-09-08T02:36:26.082" v="201" actId="20577"/>
        <pc:sldMkLst>
          <pc:docMk/>
          <pc:sldMk cId="68219366" sldId="262"/>
        </pc:sldMkLst>
        <pc:spChg chg="mod">
          <ac:chgData name="D'onofrio, Matthew V" userId="S::mdonofrio7@gatech.edu::ba1e9f7e-ff91-4998-9b4f-42dd9f4e414a" providerId="AD" clId="Web-{CBD85943-1089-476A-2496-EAEAE23B6525}" dt="2020-09-08T02:17:48.593" v="4" actId="20577"/>
          <ac:spMkLst>
            <pc:docMk/>
            <pc:sldMk cId="68219366" sldId="262"/>
            <ac:spMk id="2" creationId="{9E5C7F99-B68B-453D-A085-5A3150089ACB}"/>
          </ac:spMkLst>
        </pc:spChg>
        <pc:spChg chg="mod">
          <ac:chgData name="D'onofrio, Matthew V" userId="S::mdonofrio7@gatech.edu::ba1e9f7e-ff91-4998-9b4f-42dd9f4e414a" providerId="AD" clId="Web-{CBD85943-1089-476A-2496-EAEAE23B6525}" dt="2020-09-08T02:36:26.082" v="201" actId="20577"/>
          <ac:spMkLst>
            <pc:docMk/>
            <pc:sldMk cId="68219366" sldId="262"/>
            <ac:spMk id="3" creationId="{49C73399-21A7-443E-A6C2-C9F1EA54CA9D}"/>
          </ac:spMkLst>
        </pc:spChg>
      </pc:sldChg>
      <pc:sldChg chg="modSp">
        <pc:chgData name="D'onofrio, Matthew V" userId="S::mdonofrio7@gatech.edu::ba1e9f7e-ff91-4998-9b4f-42dd9f4e414a" providerId="AD" clId="Web-{CBD85943-1089-476A-2496-EAEAE23B6525}" dt="2020-09-08T02:36:17.066" v="196" actId="20577"/>
        <pc:sldMkLst>
          <pc:docMk/>
          <pc:sldMk cId="2581402765" sldId="263"/>
        </pc:sldMkLst>
        <pc:spChg chg="mod">
          <ac:chgData name="D'onofrio, Matthew V" userId="S::mdonofrio7@gatech.edu::ba1e9f7e-ff91-4998-9b4f-42dd9f4e414a" providerId="AD" clId="Web-{CBD85943-1089-476A-2496-EAEAE23B6525}" dt="2020-09-08T02:22:04.799" v="13" actId="20577"/>
          <ac:spMkLst>
            <pc:docMk/>
            <pc:sldMk cId="2581402765" sldId="263"/>
            <ac:spMk id="2" creationId="{4187228C-B9AF-49C1-B123-D542078E4C93}"/>
          </ac:spMkLst>
        </pc:spChg>
        <pc:spChg chg="mod">
          <ac:chgData name="D'onofrio, Matthew V" userId="S::mdonofrio7@gatech.edu::ba1e9f7e-ff91-4998-9b4f-42dd9f4e414a" providerId="AD" clId="Web-{CBD85943-1089-476A-2496-EAEAE23B6525}" dt="2020-09-08T02:36:17.066" v="196" actId="20577"/>
          <ac:spMkLst>
            <pc:docMk/>
            <pc:sldMk cId="2581402765" sldId="263"/>
            <ac:spMk id="3" creationId="{B97C81C1-C9B7-4CD2-8D27-DB252B96EBE0}"/>
          </ac:spMkLst>
        </pc:spChg>
      </pc:sldChg>
      <pc:sldChg chg="modSp">
        <pc:chgData name="D'onofrio, Matthew V" userId="S::mdonofrio7@gatech.edu::ba1e9f7e-ff91-4998-9b4f-42dd9f4e414a" providerId="AD" clId="Web-{CBD85943-1089-476A-2496-EAEAE23B6525}" dt="2020-09-08T02:36:07.895" v="193" actId="20577"/>
        <pc:sldMkLst>
          <pc:docMk/>
          <pc:sldMk cId="1216129270" sldId="264"/>
        </pc:sldMkLst>
        <pc:spChg chg="mod">
          <ac:chgData name="D'onofrio, Matthew V" userId="S::mdonofrio7@gatech.edu::ba1e9f7e-ff91-4998-9b4f-42dd9f4e414a" providerId="AD" clId="Web-{CBD85943-1089-476A-2496-EAEAE23B6525}" dt="2020-09-08T02:26:25.424" v="25" actId="20577"/>
          <ac:spMkLst>
            <pc:docMk/>
            <pc:sldMk cId="1216129270" sldId="264"/>
            <ac:spMk id="2" creationId="{4B4A09E1-0990-48EE-ADC5-3394CB2CE799}"/>
          </ac:spMkLst>
        </pc:spChg>
        <pc:spChg chg="mod">
          <ac:chgData name="D'onofrio, Matthew V" userId="S::mdonofrio7@gatech.edu::ba1e9f7e-ff91-4998-9b4f-42dd9f4e414a" providerId="AD" clId="Web-{CBD85943-1089-476A-2496-EAEAE23B6525}" dt="2020-09-08T02:36:07.895" v="193" actId="20577"/>
          <ac:spMkLst>
            <pc:docMk/>
            <pc:sldMk cId="1216129270" sldId="264"/>
            <ac:spMk id="3" creationId="{837B93E7-C09F-4979-99A9-E88FCE2FD44B}"/>
          </ac:spMkLst>
        </pc:spChg>
      </pc:sldChg>
      <pc:sldChg chg="modSp">
        <pc:chgData name="D'onofrio, Matthew V" userId="S::mdonofrio7@gatech.edu::ba1e9f7e-ff91-4998-9b4f-42dd9f4e414a" providerId="AD" clId="Web-{CBD85943-1089-476A-2496-EAEAE23B6525}" dt="2020-09-08T02:35:56.816" v="190" actId="20577"/>
        <pc:sldMkLst>
          <pc:docMk/>
          <pc:sldMk cId="2463624077" sldId="265"/>
        </pc:sldMkLst>
        <pc:spChg chg="mod">
          <ac:chgData name="D'onofrio, Matthew V" userId="S::mdonofrio7@gatech.edu::ba1e9f7e-ff91-4998-9b4f-42dd9f4e414a" providerId="AD" clId="Web-{CBD85943-1089-476A-2496-EAEAE23B6525}" dt="2020-09-08T02:28:08.160" v="56" actId="20577"/>
          <ac:spMkLst>
            <pc:docMk/>
            <pc:sldMk cId="2463624077" sldId="265"/>
            <ac:spMk id="2" creationId="{369F3B8C-CEE7-4045-9FDC-DD0231DBCE0A}"/>
          </ac:spMkLst>
        </pc:spChg>
        <pc:spChg chg="mod">
          <ac:chgData name="D'onofrio, Matthew V" userId="S::mdonofrio7@gatech.edu::ba1e9f7e-ff91-4998-9b4f-42dd9f4e414a" providerId="AD" clId="Web-{CBD85943-1089-476A-2496-EAEAE23B6525}" dt="2020-09-08T02:35:56.816" v="190" actId="20577"/>
          <ac:spMkLst>
            <pc:docMk/>
            <pc:sldMk cId="2463624077" sldId="265"/>
            <ac:spMk id="3" creationId="{43B2A55F-51F3-4A25-90C3-EC80634762EA}"/>
          </ac:spMkLst>
        </pc:spChg>
      </pc:sldChg>
      <pc:sldChg chg="modSp">
        <pc:chgData name="D'onofrio, Matthew V" userId="S::mdonofrio7@gatech.edu::ba1e9f7e-ff91-4998-9b4f-42dd9f4e414a" providerId="AD" clId="Web-{CBD85943-1089-476A-2496-EAEAE23B6525}" dt="2020-09-08T02:35:50.582" v="187" actId="20577"/>
        <pc:sldMkLst>
          <pc:docMk/>
          <pc:sldMk cId="705473365" sldId="266"/>
        </pc:sldMkLst>
        <pc:spChg chg="mod">
          <ac:chgData name="D'onofrio, Matthew V" userId="S::mdonofrio7@gatech.edu::ba1e9f7e-ff91-4998-9b4f-42dd9f4e414a" providerId="AD" clId="Web-{CBD85943-1089-476A-2496-EAEAE23B6525}" dt="2020-09-08T02:28:36.285" v="60" actId="20577"/>
          <ac:spMkLst>
            <pc:docMk/>
            <pc:sldMk cId="705473365" sldId="266"/>
            <ac:spMk id="2" creationId="{B812EF96-E6E8-46B5-BA7B-0DE966B2DECD}"/>
          </ac:spMkLst>
        </pc:spChg>
        <pc:spChg chg="mod">
          <ac:chgData name="D'onofrio, Matthew V" userId="S::mdonofrio7@gatech.edu::ba1e9f7e-ff91-4998-9b4f-42dd9f4e414a" providerId="AD" clId="Web-{CBD85943-1089-476A-2496-EAEAE23B6525}" dt="2020-09-08T02:35:50.582" v="187" actId="20577"/>
          <ac:spMkLst>
            <pc:docMk/>
            <pc:sldMk cId="705473365" sldId="266"/>
            <ac:spMk id="3" creationId="{8ED538F5-3001-4954-A4E1-162932AB61EF}"/>
          </ac:spMkLst>
        </pc:spChg>
      </pc:sldChg>
      <pc:sldChg chg="modSp add replId">
        <pc:chgData name="D'onofrio, Matthew V" userId="S::mdonofrio7@gatech.edu::ba1e9f7e-ff91-4998-9b4f-42dd9f4e414a" providerId="AD" clId="Web-{CBD85943-1089-476A-2496-EAEAE23B6525}" dt="2020-09-08T02:35:25.551" v="181" actId="20577"/>
        <pc:sldMkLst>
          <pc:docMk/>
          <pc:sldMk cId="1720680922" sldId="277"/>
        </pc:sldMkLst>
        <pc:spChg chg="mod">
          <ac:chgData name="D'onofrio, Matthew V" userId="S::mdonofrio7@gatech.edu::ba1e9f7e-ff91-4998-9b4f-42dd9f4e414a" providerId="AD" clId="Web-{CBD85943-1089-476A-2496-EAEAE23B6525}" dt="2020-09-08T02:31:23.051" v="99" actId="20577"/>
          <ac:spMkLst>
            <pc:docMk/>
            <pc:sldMk cId="1720680922" sldId="277"/>
            <ac:spMk id="2" creationId="{E7E78B0A-1EDE-4DE0-A4F0-BDEFED819496}"/>
          </ac:spMkLst>
        </pc:spChg>
        <pc:spChg chg="mod">
          <ac:chgData name="D'onofrio, Matthew V" userId="S::mdonofrio7@gatech.edu::ba1e9f7e-ff91-4998-9b4f-42dd9f4e414a" providerId="AD" clId="Web-{CBD85943-1089-476A-2496-EAEAE23B6525}" dt="2020-09-08T02:35:25.551" v="181" actId="20577"/>
          <ac:spMkLst>
            <pc:docMk/>
            <pc:sldMk cId="1720680922" sldId="277"/>
            <ac:spMk id="3" creationId="{CA1D8D49-D5F5-4CF5-BEA3-D61F1D81CC7B}"/>
          </ac:spMkLst>
        </pc:spChg>
      </pc:sldChg>
      <pc:sldChg chg="modSp add replId">
        <pc:chgData name="D'onofrio, Matthew V" userId="S::mdonofrio7@gatech.edu::ba1e9f7e-ff91-4998-9b4f-42dd9f4e414a" providerId="AD" clId="Web-{CBD85943-1089-476A-2496-EAEAE23B6525}" dt="2020-09-08T02:35:02.363" v="173" actId="20577"/>
        <pc:sldMkLst>
          <pc:docMk/>
          <pc:sldMk cId="1579089874" sldId="278"/>
        </pc:sldMkLst>
        <pc:spChg chg="mod">
          <ac:chgData name="D'onofrio, Matthew V" userId="S::mdonofrio7@gatech.edu::ba1e9f7e-ff91-4998-9b4f-42dd9f4e414a" providerId="AD" clId="Web-{CBD85943-1089-476A-2496-EAEAE23B6525}" dt="2020-09-08T02:34:34.316" v="156" actId="20577"/>
          <ac:spMkLst>
            <pc:docMk/>
            <pc:sldMk cId="1579089874" sldId="278"/>
            <ac:spMk id="2" creationId="{E7E78B0A-1EDE-4DE0-A4F0-BDEFED819496}"/>
          </ac:spMkLst>
        </pc:spChg>
        <pc:spChg chg="mod">
          <ac:chgData name="D'onofrio, Matthew V" userId="S::mdonofrio7@gatech.edu::ba1e9f7e-ff91-4998-9b4f-42dd9f4e414a" providerId="AD" clId="Web-{CBD85943-1089-476A-2496-EAEAE23B6525}" dt="2020-09-08T02:35:02.363" v="173" actId="20577"/>
          <ac:spMkLst>
            <pc:docMk/>
            <pc:sldMk cId="1579089874" sldId="278"/>
            <ac:spMk id="3" creationId="{CA1D8D49-D5F5-4CF5-BEA3-D61F1D81CC7B}"/>
          </ac:spMkLst>
        </pc:spChg>
      </pc:sldChg>
      <pc:sldChg chg="modSp add replId">
        <pc:chgData name="D'onofrio, Matthew V" userId="S::mdonofrio7@gatech.edu::ba1e9f7e-ff91-4998-9b4f-42dd9f4e414a" providerId="AD" clId="Web-{CBD85943-1089-476A-2496-EAEAE23B6525}" dt="2020-09-08T02:35:07.691" v="175" actId="20577"/>
        <pc:sldMkLst>
          <pc:docMk/>
          <pc:sldMk cId="282607938" sldId="279"/>
        </pc:sldMkLst>
        <pc:spChg chg="mod">
          <ac:chgData name="D'onofrio, Matthew V" userId="S::mdonofrio7@gatech.edu::ba1e9f7e-ff91-4998-9b4f-42dd9f4e414a" providerId="AD" clId="Web-{CBD85943-1089-476A-2496-EAEAE23B6525}" dt="2020-09-08T02:33:46.926" v="132" actId="20577"/>
          <ac:spMkLst>
            <pc:docMk/>
            <pc:sldMk cId="282607938" sldId="279"/>
            <ac:spMk id="2" creationId="{E7E78B0A-1EDE-4DE0-A4F0-BDEFED819496}"/>
          </ac:spMkLst>
        </pc:spChg>
        <pc:spChg chg="mod">
          <ac:chgData name="D'onofrio, Matthew V" userId="S::mdonofrio7@gatech.edu::ba1e9f7e-ff91-4998-9b4f-42dd9f4e414a" providerId="AD" clId="Web-{CBD85943-1089-476A-2496-EAEAE23B6525}" dt="2020-09-08T02:35:07.691" v="175" actId="20577"/>
          <ac:spMkLst>
            <pc:docMk/>
            <pc:sldMk cId="282607938" sldId="279"/>
            <ac:spMk id="3" creationId="{CA1D8D49-D5F5-4CF5-BEA3-D61F1D81CC7B}"/>
          </ac:spMkLst>
        </pc:spChg>
      </pc:sldChg>
      <pc:sldChg chg="modSp add replId">
        <pc:chgData name="D'onofrio, Matthew V" userId="S::mdonofrio7@gatech.edu::ba1e9f7e-ff91-4998-9b4f-42dd9f4e414a" providerId="AD" clId="Web-{CBD85943-1089-476A-2496-EAEAE23B6525}" dt="2020-09-08T02:35:15.691" v="178" actId="20577"/>
        <pc:sldMkLst>
          <pc:docMk/>
          <pc:sldMk cId="22393368" sldId="280"/>
        </pc:sldMkLst>
        <pc:spChg chg="mod">
          <ac:chgData name="D'onofrio, Matthew V" userId="S::mdonofrio7@gatech.edu::ba1e9f7e-ff91-4998-9b4f-42dd9f4e414a" providerId="AD" clId="Web-{CBD85943-1089-476A-2496-EAEAE23B6525}" dt="2020-09-08T02:33:00.441" v="113" actId="20577"/>
          <ac:spMkLst>
            <pc:docMk/>
            <pc:sldMk cId="22393368" sldId="280"/>
            <ac:spMk id="2" creationId="{E7E78B0A-1EDE-4DE0-A4F0-BDEFED819496}"/>
          </ac:spMkLst>
        </pc:spChg>
        <pc:spChg chg="mod">
          <ac:chgData name="D'onofrio, Matthew V" userId="S::mdonofrio7@gatech.edu::ba1e9f7e-ff91-4998-9b4f-42dd9f4e414a" providerId="AD" clId="Web-{CBD85943-1089-476A-2496-EAEAE23B6525}" dt="2020-09-08T02:35:15.691" v="178" actId="20577"/>
          <ac:spMkLst>
            <pc:docMk/>
            <pc:sldMk cId="22393368" sldId="280"/>
            <ac:spMk id="3" creationId="{CA1D8D49-D5F5-4CF5-BEA3-D61F1D81CC7B}"/>
          </ac:spMkLst>
        </pc:spChg>
      </pc:sldChg>
      <pc:sldChg chg="modSp add replId">
        <pc:chgData name="D'onofrio, Matthew V" userId="S::mdonofrio7@gatech.edu::ba1e9f7e-ff91-4998-9b4f-42dd9f4e414a" providerId="AD" clId="Web-{CBD85943-1089-476A-2496-EAEAE23B6525}" dt="2020-09-08T02:35:35.723" v="184" actId="20577"/>
        <pc:sldMkLst>
          <pc:docMk/>
          <pc:sldMk cId="3416780677" sldId="281"/>
        </pc:sldMkLst>
        <pc:spChg chg="mod">
          <ac:chgData name="D'onofrio, Matthew V" userId="S::mdonofrio7@gatech.edu::ba1e9f7e-ff91-4998-9b4f-42dd9f4e414a" providerId="AD" clId="Web-{CBD85943-1089-476A-2496-EAEAE23B6525}" dt="2020-09-08T02:30:37.144" v="85" actId="20577"/>
          <ac:spMkLst>
            <pc:docMk/>
            <pc:sldMk cId="3416780677" sldId="281"/>
            <ac:spMk id="2" creationId="{E7E78B0A-1EDE-4DE0-A4F0-BDEFED819496}"/>
          </ac:spMkLst>
        </pc:spChg>
        <pc:spChg chg="mod">
          <ac:chgData name="D'onofrio, Matthew V" userId="S::mdonofrio7@gatech.edu::ba1e9f7e-ff91-4998-9b4f-42dd9f4e414a" providerId="AD" clId="Web-{CBD85943-1089-476A-2496-EAEAE23B6525}" dt="2020-09-08T02:35:35.723" v="184" actId="20577"/>
          <ac:spMkLst>
            <pc:docMk/>
            <pc:sldMk cId="3416780677" sldId="281"/>
            <ac:spMk id="3" creationId="{CA1D8D49-D5F5-4CF5-BEA3-D61F1D81CC7B}"/>
          </ac:spMkLst>
        </pc:spChg>
      </pc:sldChg>
    </pc:docChg>
  </pc:docChgLst>
  <pc:docChgLst>
    <pc:chgData name="D'onofrio, Matthew V" userId="S::mdonofrio7@gatech.edu::ba1e9f7e-ff91-4998-9b4f-42dd9f4e414a" providerId="AD" clId="Web-{833342E4-46B9-F30C-FE41-76CBB4662ED7}"/>
    <pc:docChg chg="addSld modSld">
      <pc:chgData name="D'onofrio, Matthew V" userId="S::mdonofrio7@gatech.edu::ba1e9f7e-ff91-4998-9b4f-42dd9f4e414a" providerId="AD" clId="Web-{833342E4-46B9-F30C-FE41-76CBB4662ED7}" dt="2020-08-31T21:43:29.914" v="798" actId="20577"/>
      <pc:docMkLst>
        <pc:docMk/>
      </pc:docMkLst>
      <pc:sldChg chg="modSp">
        <pc:chgData name="D'onofrio, Matthew V" userId="S::mdonofrio7@gatech.edu::ba1e9f7e-ff91-4998-9b4f-42dd9f4e414a" providerId="AD" clId="Web-{833342E4-46B9-F30C-FE41-76CBB4662ED7}" dt="2020-08-31T21:20:06.462" v="6" actId="20577"/>
        <pc:sldMkLst>
          <pc:docMk/>
          <pc:sldMk cId="109857222" sldId="256"/>
        </pc:sldMkLst>
        <pc:spChg chg="mod">
          <ac:chgData name="D'onofrio, Matthew V" userId="S::mdonofrio7@gatech.edu::ba1e9f7e-ff91-4998-9b4f-42dd9f4e414a" providerId="AD" clId="Web-{833342E4-46B9-F30C-FE41-76CBB4662ED7}" dt="2020-08-31T21:20:06.462" v="6" actId="20577"/>
          <ac:spMkLst>
            <pc:docMk/>
            <pc:sldMk cId="109857222" sldId="256"/>
            <ac:spMk id="2" creationId="{00000000-0000-0000-0000-000000000000}"/>
          </ac:spMkLst>
        </pc:spChg>
      </pc:sldChg>
      <pc:sldChg chg="modSp new">
        <pc:chgData name="D'onofrio, Matthew V" userId="S::mdonofrio7@gatech.edu::ba1e9f7e-ff91-4998-9b4f-42dd9f4e414a" providerId="AD" clId="Web-{833342E4-46B9-F30C-FE41-76CBB4662ED7}" dt="2020-08-31T21:43:27.555" v="796" actId="20577"/>
        <pc:sldMkLst>
          <pc:docMk/>
          <pc:sldMk cId="313319162" sldId="257"/>
        </pc:sldMkLst>
        <pc:spChg chg="mod">
          <ac:chgData name="D'onofrio, Matthew V" userId="S::mdonofrio7@gatech.edu::ba1e9f7e-ff91-4998-9b4f-42dd9f4e414a" providerId="AD" clId="Web-{833342E4-46B9-F30C-FE41-76CBB4662ED7}" dt="2020-08-31T21:43:27.555" v="796" actId="20577"/>
          <ac:spMkLst>
            <pc:docMk/>
            <pc:sldMk cId="313319162" sldId="257"/>
            <ac:spMk id="2" creationId="{DE98A5F6-7302-4D1F-B214-4D39E588D3F4}"/>
          </ac:spMkLst>
        </pc:spChg>
        <pc:spChg chg="mod">
          <ac:chgData name="D'onofrio, Matthew V" userId="S::mdonofrio7@gatech.edu::ba1e9f7e-ff91-4998-9b4f-42dd9f4e414a" providerId="AD" clId="Web-{833342E4-46B9-F30C-FE41-76CBB4662ED7}" dt="2020-08-31T21:20:39.119" v="20" actId="20577"/>
          <ac:spMkLst>
            <pc:docMk/>
            <pc:sldMk cId="313319162" sldId="257"/>
            <ac:spMk id="3" creationId="{17DF0E74-B594-4252-80D4-A8FB1FD0563B}"/>
          </ac:spMkLst>
        </pc:spChg>
      </pc:sldChg>
      <pc:sldChg chg="modSp new">
        <pc:chgData name="D'onofrio, Matthew V" userId="S::mdonofrio7@gatech.edu::ba1e9f7e-ff91-4998-9b4f-42dd9f4e414a" providerId="AD" clId="Web-{833342E4-46B9-F30C-FE41-76CBB4662ED7}" dt="2020-08-31T21:43:10.757" v="786" actId="20577"/>
        <pc:sldMkLst>
          <pc:docMk/>
          <pc:sldMk cId="1030611485" sldId="258"/>
        </pc:sldMkLst>
        <pc:spChg chg="mod">
          <ac:chgData name="D'onofrio, Matthew V" userId="S::mdonofrio7@gatech.edu::ba1e9f7e-ff91-4998-9b4f-42dd9f4e414a" providerId="AD" clId="Web-{833342E4-46B9-F30C-FE41-76CBB4662ED7}" dt="2020-08-31T21:43:10.757" v="786" actId="20577"/>
          <ac:spMkLst>
            <pc:docMk/>
            <pc:sldMk cId="1030611485" sldId="258"/>
            <ac:spMk id="2" creationId="{A3DE7CE5-6274-4E59-BBC3-8131904BEE1A}"/>
          </ac:spMkLst>
        </pc:spChg>
        <pc:spChg chg="mod">
          <ac:chgData name="D'onofrio, Matthew V" userId="S::mdonofrio7@gatech.edu::ba1e9f7e-ff91-4998-9b4f-42dd9f4e414a" providerId="AD" clId="Web-{833342E4-46B9-F30C-FE41-76CBB4662ED7}" dt="2020-08-31T21:36:28.744" v="742" actId="20577"/>
          <ac:spMkLst>
            <pc:docMk/>
            <pc:sldMk cId="1030611485" sldId="258"/>
            <ac:spMk id="3" creationId="{3907A789-3D61-4B3E-82DB-55ADE8838B17}"/>
          </ac:spMkLst>
        </pc:spChg>
      </pc:sldChg>
      <pc:sldChg chg="modSp new">
        <pc:chgData name="D'onofrio, Matthew V" userId="S::mdonofrio7@gatech.edu::ba1e9f7e-ff91-4998-9b4f-42dd9f4e414a" providerId="AD" clId="Web-{833342E4-46B9-F30C-FE41-76CBB4662ED7}" dt="2020-08-31T21:41:52.567" v="766" actId="20577"/>
        <pc:sldMkLst>
          <pc:docMk/>
          <pc:sldMk cId="3236145063" sldId="259"/>
        </pc:sldMkLst>
        <pc:spChg chg="mod">
          <ac:chgData name="D'onofrio, Matthew V" userId="S::mdonofrio7@gatech.edu::ba1e9f7e-ff91-4998-9b4f-42dd9f4e414a" providerId="AD" clId="Web-{833342E4-46B9-F30C-FE41-76CBB4662ED7}" dt="2020-08-31T21:41:52.567" v="766" actId="20577"/>
          <ac:spMkLst>
            <pc:docMk/>
            <pc:sldMk cId="3236145063" sldId="259"/>
            <ac:spMk id="2" creationId="{4A765806-77F1-4BCB-A37D-628EC55C4026}"/>
          </ac:spMkLst>
        </pc:spChg>
        <pc:spChg chg="mod">
          <ac:chgData name="D'onofrio, Matthew V" userId="S::mdonofrio7@gatech.edu::ba1e9f7e-ff91-4998-9b4f-42dd9f4e414a" providerId="AD" clId="Web-{833342E4-46B9-F30C-FE41-76CBB4662ED7}" dt="2020-08-31T21:33:37.504" v="497" actId="20577"/>
          <ac:spMkLst>
            <pc:docMk/>
            <pc:sldMk cId="3236145063" sldId="259"/>
            <ac:spMk id="3" creationId="{828356AE-3BD4-4C5F-8230-738CFB424965}"/>
          </ac:spMkLst>
        </pc:spChg>
      </pc:sldChg>
      <pc:sldChg chg="modSp new">
        <pc:chgData name="D'onofrio, Matthew V" userId="S::mdonofrio7@gatech.edu::ba1e9f7e-ff91-4998-9b4f-42dd9f4e414a" providerId="AD" clId="Web-{833342E4-46B9-F30C-FE41-76CBB4662ED7}" dt="2020-08-31T21:41:33.035" v="753" actId="20577"/>
        <pc:sldMkLst>
          <pc:docMk/>
          <pc:sldMk cId="1118373963" sldId="260"/>
        </pc:sldMkLst>
        <pc:spChg chg="mod">
          <ac:chgData name="D'onofrio, Matthew V" userId="S::mdonofrio7@gatech.edu::ba1e9f7e-ff91-4998-9b4f-42dd9f4e414a" providerId="AD" clId="Web-{833342E4-46B9-F30C-FE41-76CBB4662ED7}" dt="2020-08-31T21:41:33.035" v="753" actId="20577"/>
          <ac:spMkLst>
            <pc:docMk/>
            <pc:sldMk cId="1118373963" sldId="260"/>
            <ac:spMk id="2" creationId="{E7E78B0A-1EDE-4DE0-A4F0-BDEFED819496}"/>
          </ac:spMkLst>
        </pc:spChg>
        <pc:spChg chg="mod">
          <ac:chgData name="D'onofrio, Matthew V" userId="S::mdonofrio7@gatech.edu::ba1e9f7e-ff91-4998-9b4f-42dd9f4e414a" providerId="AD" clId="Web-{833342E4-46B9-F30C-FE41-76CBB4662ED7}" dt="2020-08-31T21:28:17.040" v="238" actId="20577"/>
          <ac:spMkLst>
            <pc:docMk/>
            <pc:sldMk cId="1118373963" sldId="260"/>
            <ac:spMk id="3" creationId="{CA1D8D49-D5F5-4CF5-BEA3-D61F1D81CC7B}"/>
          </ac:spMkLst>
        </pc:spChg>
      </pc:sldChg>
    </pc:docChg>
  </pc:docChgLst>
  <pc:docChgLst>
    <pc:chgData name="Anyanwu, Ndubusi J" userId="S::nanyanwu3@gatech.edu::13aa1786-72a2-4171-b594-604d2e8a0e69" providerId="AD" clId="Web-{25949924-963C-A426-8AF1-DFC92920F4EE}"/>
    <pc:docChg chg="addSld modSld">
      <pc:chgData name="Anyanwu, Ndubusi J" userId="S::nanyanwu3@gatech.edu::13aa1786-72a2-4171-b594-604d2e8a0e69" providerId="AD" clId="Web-{25949924-963C-A426-8AF1-DFC92920F4EE}" dt="2020-09-09T01:28:50.660" v="503" actId="14100"/>
      <pc:docMkLst>
        <pc:docMk/>
      </pc:docMkLst>
      <pc:sldChg chg="modSp">
        <pc:chgData name="Anyanwu, Ndubusi J" userId="S::nanyanwu3@gatech.edu::13aa1786-72a2-4171-b594-604d2e8a0e69" providerId="AD" clId="Web-{25949924-963C-A426-8AF1-DFC92920F4EE}" dt="2020-09-09T00:51:22.900" v="478" actId="20577"/>
        <pc:sldMkLst>
          <pc:docMk/>
          <pc:sldMk cId="2581402765" sldId="263"/>
        </pc:sldMkLst>
        <pc:spChg chg="mod">
          <ac:chgData name="Anyanwu, Ndubusi J" userId="S::nanyanwu3@gatech.edu::13aa1786-72a2-4171-b594-604d2e8a0e69" providerId="AD" clId="Web-{25949924-963C-A426-8AF1-DFC92920F4EE}" dt="2020-09-09T00:51:22.900" v="478" actId="20577"/>
          <ac:spMkLst>
            <pc:docMk/>
            <pc:sldMk cId="2581402765" sldId="263"/>
            <ac:spMk id="3" creationId="{B97C81C1-C9B7-4CD2-8D27-DB252B96EBE0}"/>
          </ac:spMkLst>
        </pc:spChg>
      </pc:sldChg>
      <pc:sldChg chg="modSp">
        <pc:chgData name="Anyanwu, Ndubusi J" userId="S::nanyanwu3@gatech.edu::13aa1786-72a2-4171-b594-604d2e8a0e69" providerId="AD" clId="Web-{25949924-963C-A426-8AF1-DFC92920F4EE}" dt="2020-09-09T00:32:36.724" v="104" actId="20577"/>
        <pc:sldMkLst>
          <pc:docMk/>
          <pc:sldMk cId="705473365" sldId="266"/>
        </pc:sldMkLst>
        <pc:spChg chg="mod">
          <ac:chgData name="Anyanwu, Ndubusi J" userId="S::nanyanwu3@gatech.edu::13aa1786-72a2-4171-b594-604d2e8a0e69" providerId="AD" clId="Web-{25949924-963C-A426-8AF1-DFC92920F4EE}" dt="2020-09-09T00:32:36.724" v="104" actId="20577"/>
          <ac:spMkLst>
            <pc:docMk/>
            <pc:sldMk cId="705473365" sldId="266"/>
            <ac:spMk id="10" creationId="{BCC21E4D-EE69-43F4-ADAE-88FF882A3661}"/>
          </ac:spMkLst>
        </pc:spChg>
      </pc:sldChg>
      <pc:sldChg chg="modSp">
        <pc:chgData name="Anyanwu, Ndubusi J" userId="S::nanyanwu3@gatech.edu::13aa1786-72a2-4171-b594-604d2e8a0e69" providerId="AD" clId="Web-{25949924-963C-A426-8AF1-DFC92920F4EE}" dt="2020-09-08T20:46:25.817" v="2" actId="20577"/>
        <pc:sldMkLst>
          <pc:docMk/>
          <pc:sldMk cId="1720680922" sldId="277"/>
        </pc:sldMkLst>
        <pc:spChg chg="mod">
          <ac:chgData name="Anyanwu, Ndubusi J" userId="S::nanyanwu3@gatech.edu::13aa1786-72a2-4171-b594-604d2e8a0e69" providerId="AD" clId="Web-{25949924-963C-A426-8AF1-DFC92920F4EE}" dt="2020-09-08T20:46:25.817" v="2" actId="20577"/>
          <ac:spMkLst>
            <pc:docMk/>
            <pc:sldMk cId="1720680922" sldId="277"/>
            <ac:spMk id="3" creationId="{CA1D8D49-D5F5-4CF5-BEA3-D61F1D81CC7B}"/>
          </ac:spMkLst>
        </pc:spChg>
      </pc:sldChg>
      <pc:sldChg chg="modSp">
        <pc:chgData name="Anyanwu, Ndubusi J" userId="S::nanyanwu3@gatech.edu::13aa1786-72a2-4171-b594-604d2e8a0e69" providerId="AD" clId="Web-{25949924-963C-A426-8AF1-DFC92920F4EE}" dt="2020-09-08T20:47:22.599" v="69" actId="20577"/>
        <pc:sldMkLst>
          <pc:docMk/>
          <pc:sldMk cId="1579089874" sldId="278"/>
        </pc:sldMkLst>
        <pc:spChg chg="mod">
          <ac:chgData name="Anyanwu, Ndubusi J" userId="S::nanyanwu3@gatech.edu::13aa1786-72a2-4171-b594-604d2e8a0e69" providerId="AD" clId="Web-{25949924-963C-A426-8AF1-DFC92920F4EE}" dt="2020-09-08T20:47:22.599" v="69" actId="20577"/>
          <ac:spMkLst>
            <pc:docMk/>
            <pc:sldMk cId="1579089874" sldId="278"/>
            <ac:spMk id="3" creationId="{CA1D8D49-D5F5-4CF5-BEA3-D61F1D81CC7B}"/>
          </ac:spMkLst>
        </pc:spChg>
      </pc:sldChg>
      <pc:sldChg chg="addSp delSp modSp">
        <pc:chgData name="Anyanwu, Ndubusi J" userId="S::nanyanwu3@gatech.edu::13aa1786-72a2-4171-b594-604d2e8a0e69" providerId="AD" clId="Web-{25949924-963C-A426-8AF1-DFC92920F4EE}" dt="2020-09-09T01:28:50.660" v="503" actId="14100"/>
        <pc:sldMkLst>
          <pc:docMk/>
          <pc:sldMk cId="22393368" sldId="280"/>
        </pc:sldMkLst>
        <pc:picChg chg="add del mod">
          <ac:chgData name="Anyanwu, Ndubusi J" userId="S::nanyanwu3@gatech.edu::13aa1786-72a2-4171-b594-604d2e8a0e69" providerId="AD" clId="Web-{25949924-963C-A426-8AF1-DFC92920F4EE}" dt="2020-09-09T01:26:39.469" v="485"/>
          <ac:picMkLst>
            <pc:docMk/>
            <pc:sldMk cId="22393368" sldId="280"/>
            <ac:picMk id="3" creationId="{F0A18D1F-124A-42DC-991F-57D16BD4AA69}"/>
          </ac:picMkLst>
        </pc:picChg>
        <pc:picChg chg="add del mod">
          <ac:chgData name="Anyanwu, Ndubusi J" userId="S::nanyanwu3@gatech.edu::13aa1786-72a2-4171-b594-604d2e8a0e69" providerId="AD" clId="Web-{25949924-963C-A426-8AF1-DFC92920F4EE}" dt="2020-09-09T01:26:49.704" v="487"/>
          <ac:picMkLst>
            <pc:docMk/>
            <pc:sldMk cId="22393368" sldId="280"/>
            <ac:picMk id="4" creationId="{B9C0AC7D-10D9-4C04-8C1B-717593580FF9}"/>
          </ac:picMkLst>
        </pc:picChg>
        <pc:picChg chg="add del mod">
          <ac:chgData name="Anyanwu, Ndubusi J" userId="S::nanyanwu3@gatech.edu::13aa1786-72a2-4171-b594-604d2e8a0e69" providerId="AD" clId="Web-{25949924-963C-A426-8AF1-DFC92920F4EE}" dt="2020-09-09T01:27:23.470" v="494"/>
          <ac:picMkLst>
            <pc:docMk/>
            <pc:sldMk cId="22393368" sldId="280"/>
            <ac:picMk id="6" creationId="{EAEF28B8-B66F-4003-A928-58A544776FC3}"/>
          </ac:picMkLst>
        </pc:picChg>
        <pc:picChg chg="add mod">
          <ac:chgData name="Anyanwu, Ndubusi J" userId="S::nanyanwu3@gatech.edu::13aa1786-72a2-4171-b594-604d2e8a0e69" providerId="AD" clId="Web-{25949924-963C-A426-8AF1-DFC92920F4EE}" dt="2020-09-09T01:28:50.660" v="503" actId="14100"/>
          <ac:picMkLst>
            <pc:docMk/>
            <pc:sldMk cId="22393368" sldId="280"/>
            <ac:picMk id="7" creationId="{9A90F56E-94E8-49B4-BFED-C75B5C6E765A}"/>
          </ac:picMkLst>
        </pc:picChg>
      </pc:sldChg>
      <pc:sldChg chg="modSp">
        <pc:chgData name="Anyanwu, Ndubusi J" userId="S::nanyanwu3@gatech.edu::13aa1786-72a2-4171-b594-604d2e8a0e69" providerId="AD" clId="Web-{25949924-963C-A426-8AF1-DFC92920F4EE}" dt="2020-09-09T00:15:17.551" v="71" actId="14100"/>
        <pc:sldMkLst>
          <pc:docMk/>
          <pc:sldMk cId="3562360911" sldId="286"/>
        </pc:sldMkLst>
        <pc:picChg chg="mod">
          <ac:chgData name="Anyanwu, Ndubusi J" userId="S::nanyanwu3@gatech.edu::13aa1786-72a2-4171-b594-604d2e8a0e69" providerId="AD" clId="Web-{25949924-963C-A426-8AF1-DFC92920F4EE}" dt="2020-09-09T00:15:17.551" v="71" actId="14100"/>
          <ac:picMkLst>
            <pc:docMk/>
            <pc:sldMk cId="3562360911" sldId="286"/>
            <ac:picMk id="4" creationId="{CD1E0B7C-18FC-4B6B-AF81-3B8D6C73AFD8}"/>
          </ac:picMkLst>
        </pc:picChg>
      </pc:sldChg>
      <pc:sldChg chg="modSp add replId">
        <pc:chgData name="Anyanwu, Ndubusi J" userId="S::nanyanwu3@gatech.edu::13aa1786-72a2-4171-b594-604d2e8a0e69" providerId="AD" clId="Web-{25949924-963C-A426-8AF1-DFC92920F4EE}" dt="2020-09-09T00:33:22.038" v="111" actId="20577"/>
        <pc:sldMkLst>
          <pc:docMk/>
          <pc:sldMk cId="3266192741" sldId="288"/>
        </pc:sldMkLst>
        <pc:spChg chg="mod">
          <ac:chgData name="Anyanwu, Ndubusi J" userId="S::nanyanwu3@gatech.edu::13aa1786-72a2-4171-b594-604d2e8a0e69" providerId="AD" clId="Web-{25949924-963C-A426-8AF1-DFC92920F4EE}" dt="2020-09-09T00:33:22.038" v="111" actId="20577"/>
          <ac:spMkLst>
            <pc:docMk/>
            <pc:sldMk cId="3266192741" sldId="288"/>
            <ac:spMk id="10" creationId="{BCC21E4D-EE69-43F4-ADAE-88FF882A3661}"/>
          </ac:spMkLst>
        </pc:spChg>
      </pc:sldChg>
    </pc:docChg>
  </pc:docChgLst>
  <pc:docChgLst>
    <pc:chgData name="Monnett, Erin S" userId="S::emonnett3@gatech.edu::9a1a4c1c-1c40-4f26-8289-9546ecb2afcc" providerId="AD" clId="Web-{43E5C6D6-C8B3-4AE4-2CFE-69039E719C13}"/>
    <pc:docChg chg="addSld modSld">
      <pc:chgData name="Monnett, Erin S" userId="S::emonnett3@gatech.edu::9a1a4c1c-1c40-4f26-8289-9546ecb2afcc" providerId="AD" clId="Web-{43E5C6D6-C8B3-4AE4-2CFE-69039E719C13}" dt="2020-09-02T21:45:00.110" v="17"/>
      <pc:docMkLst>
        <pc:docMk/>
      </pc:docMkLst>
      <pc:sldChg chg="modNotes">
        <pc:chgData name="Monnett, Erin S" userId="S::emonnett3@gatech.edu::9a1a4c1c-1c40-4f26-8289-9546ecb2afcc" providerId="AD" clId="Web-{43E5C6D6-C8B3-4AE4-2CFE-69039E719C13}" dt="2020-09-02T21:35:23.467" v="16"/>
        <pc:sldMkLst>
          <pc:docMk/>
          <pc:sldMk cId="313319162" sldId="257"/>
        </pc:sldMkLst>
      </pc:sldChg>
      <pc:sldChg chg="new">
        <pc:chgData name="Monnett, Erin S" userId="S::emonnett3@gatech.edu::9a1a4c1c-1c40-4f26-8289-9546ecb2afcc" providerId="AD" clId="Web-{43E5C6D6-C8B3-4AE4-2CFE-69039E719C13}" dt="2020-09-02T21:45:00.110" v="17"/>
        <pc:sldMkLst>
          <pc:docMk/>
          <pc:sldMk cId="1680743475" sldId="261"/>
        </pc:sldMkLst>
      </pc:sldChg>
    </pc:docChg>
  </pc:docChgLst>
  <pc:docChgLst>
    <pc:chgData name="Gomez, Raul A" userId="S::rgomez43@gatech.edu::ab281e04-3c38-468b-97f1-bede79fc0242" providerId="AD" clId="Web-{BC141412-A317-2EB8-7E00-BB826F2C6CCC}"/>
    <pc:docChg chg="addSld delSld modSld">
      <pc:chgData name="Gomez, Raul A" userId="S::rgomez43@gatech.edu::ab281e04-3c38-468b-97f1-bede79fc0242" providerId="AD" clId="Web-{BC141412-A317-2EB8-7E00-BB826F2C6CCC}" dt="2020-09-09T00:35:01.235" v="4905" actId="20577"/>
      <pc:docMkLst>
        <pc:docMk/>
      </pc:docMkLst>
      <pc:sldChg chg="modSp">
        <pc:chgData name="Gomez, Raul A" userId="S::rgomez43@gatech.edu::ab281e04-3c38-468b-97f1-bede79fc0242" providerId="AD" clId="Web-{BC141412-A317-2EB8-7E00-BB826F2C6CCC}" dt="2020-09-08T19:10:55.625" v="2015" actId="20577"/>
        <pc:sldMkLst>
          <pc:docMk/>
          <pc:sldMk cId="2581402765" sldId="263"/>
        </pc:sldMkLst>
        <pc:spChg chg="mod">
          <ac:chgData name="Gomez, Raul A" userId="S::rgomez43@gatech.edu::ab281e04-3c38-468b-97f1-bede79fc0242" providerId="AD" clId="Web-{BC141412-A317-2EB8-7E00-BB826F2C6CCC}" dt="2020-09-08T19:10:55.625" v="2015" actId="20577"/>
          <ac:spMkLst>
            <pc:docMk/>
            <pc:sldMk cId="2581402765" sldId="263"/>
            <ac:spMk id="3" creationId="{B97C81C1-C9B7-4CD2-8D27-DB252B96EBE0}"/>
          </ac:spMkLst>
        </pc:spChg>
      </pc:sldChg>
      <pc:sldChg chg="modSp">
        <pc:chgData name="Gomez, Raul A" userId="S::rgomez43@gatech.edu::ab281e04-3c38-468b-97f1-bede79fc0242" providerId="AD" clId="Web-{BC141412-A317-2EB8-7E00-BB826F2C6CCC}" dt="2020-09-08T20:41:41.664" v="4262" actId="20577"/>
        <pc:sldMkLst>
          <pc:docMk/>
          <pc:sldMk cId="1216129270" sldId="264"/>
        </pc:sldMkLst>
        <pc:spChg chg="mod">
          <ac:chgData name="Gomez, Raul A" userId="S::rgomez43@gatech.edu::ab281e04-3c38-468b-97f1-bede79fc0242" providerId="AD" clId="Web-{BC141412-A317-2EB8-7E00-BB826F2C6CCC}" dt="2020-09-08T20:41:41.664" v="4262" actId="20577"/>
          <ac:spMkLst>
            <pc:docMk/>
            <pc:sldMk cId="1216129270" sldId="264"/>
            <ac:spMk id="3" creationId="{837B93E7-C09F-4979-99A9-E88FCE2FD44B}"/>
          </ac:spMkLst>
        </pc:spChg>
      </pc:sldChg>
      <pc:sldChg chg="modSp">
        <pc:chgData name="Gomez, Raul A" userId="S::rgomez43@gatech.edu::ab281e04-3c38-468b-97f1-bede79fc0242" providerId="AD" clId="Web-{BC141412-A317-2EB8-7E00-BB826F2C6CCC}" dt="2020-09-09T00:35:01.235" v="4904" actId="20577"/>
        <pc:sldMkLst>
          <pc:docMk/>
          <pc:sldMk cId="705473365" sldId="266"/>
        </pc:sldMkLst>
        <pc:spChg chg="mod">
          <ac:chgData name="Gomez, Raul A" userId="S::rgomez43@gatech.edu::ab281e04-3c38-468b-97f1-bede79fc0242" providerId="AD" clId="Web-{BC141412-A317-2EB8-7E00-BB826F2C6CCC}" dt="2020-09-09T00:35:01.235" v="4904" actId="20577"/>
          <ac:spMkLst>
            <pc:docMk/>
            <pc:sldMk cId="705473365" sldId="266"/>
            <ac:spMk id="10" creationId="{BCC21E4D-EE69-43F4-ADAE-88FF882A3661}"/>
          </ac:spMkLst>
        </pc:spChg>
      </pc:sldChg>
      <pc:sldChg chg="modSp">
        <pc:chgData name="Gomez, Raul A" userId="S::rgomez43@gatech.edu::ab281e04-3c38-468b-97f1-bede79fc0242" providerId="AD" clId="Web-{BC141412-A317-2EB8-7E00-BB826F2C6CCC}" dt="2020-09-08T20:47:36.797" v="4574" actId="20577"/>
        <pc:sldMkLst>
          <pc:docMk/>
          <pc:sldMk cId="282607938" sldId="279"/>
        </pc:sldMkLst>
        <pc:spChg chg="mod">
          <ac:chgData name="Gomez, Raul A" userId="S::rgomez43@gatech.edu::ab281e04-3c38-468b-97f1-bede79fc0242" providerId="AD" clId="Web-{BC141412-A317-2EB8-7E00-BB826F2C6CCC}" dt="2020-09-08T20:47:36.797" v="4574" actId="20577"/>
          <ac:spMkLst>
            <pc:docMk/>
            <pc:sldMk cId="282607938" sldId="279"/>
            <ac:spMk id="3" creationId="{CA1D8D49-D5F5-4CF5-BEA3-D61F1D81CC7B}"/>
          </ac:spMkLst>
        </pc:spChg>
      </pc:sldChg>
      <pc:sldChg chg="addSp delSp modSp">
        <pc:chgData name="Gomez, Raul A" userId="S::rgomez43@gatech.edu::ab281e04-3c38-468b-97f1-bede79fc0242" providerId="AD" clId="Web-{BC141412-A317-2EB8-7E00-BB826F2C6CCC}" dt="2020-09-08T20:39:30.770" v="4259" actId="1076"/>
        <pc:sldMkLst>
          <pc:docMk/>
          <pc:sldMk cId="22393368" sldId="280"/>
        </pc:sldMkLst>
        <pc:spChg chg="del">
          <ac:chgData name="Gomez, Raul A" userId="S::rgomez43@gatech.edu::ab281e04-3c38-468b-97f1-bede79fc0242" providerId="AD" clId="Web-{BC141412-A317-2EB8-7E00-BB826F2C6CCC}" dt="2020-09-08T18:39:17.739" v="689"/>
          <ac:spMkLst>
            <pc:docMk/>
            <pc:sldMk cId="22393368" sldId="280"/>
            <ac:spMk id="3" creationId="{CA1D8D49-D5F5-4CF5-BEA3-D61F1D81CC7B}"/>
          </ac:spMkLst>
        </pc:spChg>
        <pc:spChg chg="add del mod">
          <ac:chgData name="Gomez, Raul A" userId="S::rgomez43@gatech.edu::ab281e04-3c38-468b-97f1-bede79fc0242" providerId="AD" clId="Web-{BC141412-A317-2EB8-7E00-BB826F2C6CCC}" dt="2020-09-08T20:39:24.364" v="4257"/>
          <ac:spMkLst>
            <pc:docMk/>
            <pc:sldMk cId="22393368" sldId="280"/>
            <ac:spMk id="4" creationId="{2DA08950-35D5-4514-93E1-B1D966F80D05}"/>
          </ac:spMkLst>
        </pc:spChg>
        <pc:spChg chg="add del mod">
          <ac:chgData name="Gomez, Raul A" userId="S::rgomez43@gatech.edu::ab281e04-3c38-468b-97f1-bede79fc0242" providerId="AD" clId="Web-{BC141412-A317-2EB8-7E00-BB826F2C6CCC}" dt="2020-09-08T18:39:22.630" v="690"/>
          <ac:spMkLst>
            <pc:docMk/>
            <pc:sldMk cId="22393368" sldId="280"/>
            <ac:spMk id="5" creationId="{1339979C-6DDD-4771-8B85-ADFAA43B8724}"/>
          </ac:spMkLst>
        </pc:spChg>
        <pc:picChg chg="add mod ord">
          <ac:chgData name="Gomez, Raul A" userId="S::rgomez43@gatech.edu::ab281e04-3c38-468b-97f1-bede79fc0242" providerId="AD" clId="Web-{BC141412-A317-2EB8-7E00-BB826F2C6CCC}" dt="2020-09-08T20:39:30.770" v="4259" actId="1076"/>
          <ac:picMkLst>
            <pc:docMk/>
            <pc:sldMk cId="22393368" sldId="280"/>
            <ac:picMk id="5" creationId="{DD717F07-3299-45B4-8C85-EB16A293F4EA}"/>
          </ac:picMkLst>
        </pc:picChg>
        <pc:picChg chg="add del mod ord">
          <ac:chgData name="Gomez, Raul A" userId="S::rgomez43@gatech.edu::ab281e04-3c38-468b-97f1-bede79fc0242" providerId="AD" clId="Web-{BC141412-A317-2EB8-7E00-BB826F2C6CCC}" dt="2020-09-08T20:39:16.364" v="4256"/>
          <ac:picMkLst>
            <pc:docMk/>
            <pc:sldMk cId="22393368" sldId="280"/>
            <ac:picMk id="6" creationId="{E8360C14-2219-4F60-A9C6-8F53C1F2459A}"/>
          </ac:picMkLst>
        </pc:picChg>
      </pc:sldChg>
      <pc:sldChg chg="addSp delSp modSp">
        <pc:chgData name="Gomez, Raul A" userId="S::rgomez43@gatech.edu::ab281e04-3c38-468b-97f1-bede79fc0242" providerId="AD" clId="Web-{BC141412-A317-2EB8-7E00-BB826F2C6CCC}" dt="2020-09-08T20:38:31.988" v="4255"/>
        <pc:sldMkLst>
          <pc:docMk/>
          <pc:sldMk cId="3404696547" sldId="282"/>
        </pc:sldMkLst>
        <pc:spChg chg="del mod">
          <ac:chgData name="Gomez, Raul A" userId="S::rgomez43@gatech.edu::ab281e04-3c38-468b-97f1-bede79fc0242" providerId="AD" clId="Web-{BC141412-A317-2EB8-7E00-BB826F2C6CCC}" dt="2020-09-08T17:44:30.870" v="10"/>
          <ac:spMkLst>
            <pc:docMk/>
            <pc:sldMk cId="3404696547" sldId="282"/>
            <ac:spMk id="3" creationId="{055B1A42-A0C2-4F0E-847F-716E22D96668}"/>
          </ac:spMkLst>
        </pc:spChg>
        <pc:spChg chg="add del mod">
          <ac:chgData name="Gomez, Raul A" userId="S::rgomez43@gatech.edu::ab281e04-3c38-468b-97f1-bede79fc0242" providerId="AD" clId="Web-{BC141412-A317-2EB8-7E00-BB826F2C6CCC}" dt="2020-09-08T20:36:53.892" v="4247"/>
          <ac:spMkLst>
            <pc:docMk/>
            <pc:sldMk cId="3404696547" sldId="282"/>
            <ac:spMk id="4" creationId="{5F5D3BE5-B7F5-4CC1-8591-4F6223BFE05F}"/>
          </ac:spMkLst>
        </pc:spChg>
        <pc:spChg chg="del">
          <ac:chgData name="Gomez, Raul A" userId="S::rgomez43@gatech.edu::ab281e04-3c38-468b-97f1-bede79fc0242" providerId="AD" clId="Web-{BC141412-A317-2EB8-7E00-BB826F2C6CCC}" dt="2020-09-08T17:43:46.540" v="0"/>
          <ac:spMkLst>
            <pc:docMk/>
            <pc:sldMk cId="3404696547" sldId="282"/>
            <ac:spMk id="4" creationId="{EE914ABD-3D6E-4294-8D09-5728A1FB8EF3}"/>
          </ac:spMkLst>
        </pc:spChg>
        <pc:spChg chg="add del mod">
          <ac:chgData name="Gomez, Raul A" userId="S::rgomez43@gatech.edu::ab281e04-3c38-468b-97f1-bede79fc0242" providerId="AD" clId="Web-{BC141412-A317-2EB8-7E00-BB826F2C6CCC}" dt="2020-09-08T20:38:31.988" v="4255"/>
          <ac:spMkLst>
            <pc:docMk/>
            <pc:sldMk cId="3404696547" sldId="282"/>
            <ac:spMk id="9" creationId="{69D6F774-FC65-482B-A8CC-673D6DC39F9F}"/>
          </ac:spMkLst>
        </pc:spChg>
        <pc:picChg chg="add del mod ord">
          <ac:chgData name="Gomez, Raul A" userId="S::rgomez43@gatech.edu::ab281e04-3c38-468b-97f1-bede79fc0242" providerId="AD" clId="Web-{BC141412-A317-2EB8-7E00-BB826F2C6CCC}" dt="2020-09-08T20:36:50.298" v="4246"/>
          <ac:picMkLst>
            <pc:docMk/>
            <pc:sldMk cId="3404696547" sldId="282"/>
            <ac:picMk id="5" creationId="{021456FD-021C-4881-8938-72B5ED464188}"/>
          </ac:picMkLst>
        </pc:picChg>
        <pc:picChg chg="add del mod ord">
          <ac:chgData name="Gomez, Raul A" userId="S::rgomez43@gatech.edu::ab281e04-3c38-468b-97f1-bede79fc0242" providerId="AD" clId="Web-{BC141412-A317-2EB8-7E00-BB826F2C6CCC}" dt="2020-09-08T20:38:15.409" v="4251"/>
          <ac:picMkLst>
            <pc:docMk/>
            <pc:sldMk cId="3404696547" sldId="282"/>
            <ac:picMk id="6" creationId="{3E972D09-D68D-4F5D-8989-A337C4E675F7}"/>
          </ac:picMkLst>
        </pc:picChg>
        <pc:picChg chg="add mod">
          <ac:chgData name="Gomez, Raul A" userId="S::rgomez43@gatech.edu::ab281e04-3c38-468b-97f1-bede79fc0242" providerId="AD" clId="Web-{BC141412-A317-2EB8-7E00-BB826F2C6CCC}" dt="2020-09-08T20:38:26.691" v="4254" actId="14100"/>
          <ac:picMkLst>
            <pc:docMk/>
            <pc:sldMk cId="3404696547" sldId="282"/>
            <ac:picMk id="7" creationId="{9A65A962-0C61-40F4-8C57-88422E95213F}"/>
          </ac:picMkLst>
        </pc:picChg>
      </pc:sldChg>
      <pc:sldChg chg="modSp add replId">
        <pc:chgData name="Gomez, Raul A" userId="S::rgomez43@gatech.edu::ab281e04-3c38-468b-97f1-bede79fc0242" providerId="AD" clId="Web-{BC141412-A317-2EB8-7E00-BB826F2C6CCC}" dt="2020-09-08T20:50:09.254" v="4743" actId="20577"/>
        <pc:sldMkLst>
          <pc:docMk/>
          <pc:sldMk cId="2856332301" sldId="283"/>
        </pc:sldMkLst>
        <pc:spChg chg="mod">
          <ac:chgData name="Gomez, Raul A" userId="S::rgomez43@gatech.edu::ab281e04-3c38-468b-97f1-bede79fc0242" providerId="AD" clId="Web-{BC141412-A317-2EB8-7E00-BB826F2C6CCC}" dt="2020-09-08T20:50:09.254" v="4743" actId="20577"/>
          <ac:spMkLst>
            <pc:docMk/>
            <pc:sldMk cId="2856332301" sldId="283"/>
            <ac:spMk id="3" creationId="{CA1D8D49-D5F5-4CF5-BEA3-D61F1D81CC7B}"/>
          </ac:spMkLst>
        </pc:spChg>
      </pc:sldChg>
      <pc:sldChg chg="modSp add replId">
        <pc:chgData name="Gomez, Raul A" userId="S::rgomez43@gatech.edu::ab281e04-3c38-468b-97f1-bede79fc0242" providerId="AD" clId="Web-{BC141412-A317-2EB8-7E00-BB826F2C6CCC}" dt="2020-09-08T20:43:00.150" v="4275" actId="20577"/>
        <pc:sldMkLst>
          <pc:docMk/>
          <pc:sldMk cId="3616149677" sldId="284"/>
        </pc:sldMkLst>
        <pc:spChg chg="mod">
          <ac:chgData name="Gomez, Raul A" userId="S::rgomez43@gatech.edu::ab281e04-3c38-468b-97f1-bede79fc0242" providerId="AD" clId="Web-{BC141412-A317-2EB8-7E00-BB826F2C6CCC}" dt="2020-09-08T19:23:58.908" v="3723" actId="20577"/>
          <ac:spMkLst>
            <pc:docMk/>
            <pc:sldMk cId="3616149677" sldId="284"/>
            <ac:spMk id="2" creationId="{4B4A09E1-0990-48EE-ADC5-3394CB2CE799}"/>
          </ac:spMkLst>
        </pc:spChg>
        <pc:spChg chg="mod">
          <ac:chgData name="Gomez, Raul A" userId="S::rgomez43@gatech.edu::ab281e04-3c38-468b-97f1-bede79fc0242" providerId="AD" clId="Web-{BC141412-A317-2EB8-7E00-BB826F2C6CCC}" dt="2020-09-08T20:43:00.150" v="4275" actId="20577"/>
          <ac:spMkLst>
            <pc:docMk/>
            <pc:sldMk cId="3616149677" sldId="284"/>
            <ac:spMk id="3" creationId="{837B93E7-C09F-4979-99A9-E88FCE2FD44B}"/>
          </ac:spMkLst>
        </pc:spChg>
      </pc:sldChg>
      <pc:sldChg chg="modSp add replId">
        <pc:chgData name="Gomez, Raul A" userId="S::rgomez43@gatech.edu::ab281e04-3c38-468b-97f1-bede79fc0242" providerId="AD" clId="Web-{BC141412-A317-2EB8-7E00-BB826F2C6CCC}" dt="2020-09-08T20:44:11.011" v="4307" actId="20577"/>
        <pc:sldMkLst>
          <pc:docMk/>
          <pc:sldMk cId="2006005786" sldId="285"/>
        </pc:sldMkLst>
        <pc:spChg chg="mod">
          <ac:chgData name="Gomez, Raul A" userId="S::rgomez43@gatech.edu::ab281e04-3c38-468b-97f1-bede79fc0242" providerId="AD" clId="Web-{BC141412-A317-2EB8-7E00-BB826F2C6CCC}" dt="2020-09-08T20:44:11.011" v="4307" actId="20577"/>
          <ac:spMkLst>
            <pc:docMk/>
            <pc:sldMk cId="2006005786" sldId="285"/>
            <ac:spMk id="3" creationId="{837B93E7-C09F-4979-99A9-E88FCE2FD44B}"/>
          </ac:spMkLst>
        </pc:spChg>
      </pc:sldChg>
      <pc:sldChg chg="add del replId">
        <pc:chgData name="Gomez, Raul A" userId="S::rgomez43@gatech.edu::ab281e04-3c38-468b-97f1-bede79fc0242" providerId="AD" clId="Web-{BC141412-A317-2EB8-7E00-BB826F2C6CCC}" dt="2020-09-08T19:42:20.573" v="4242"/>
        <pc:sldMkLst>
          <pc:docMk/>
          <pc:sldMk cId="271280673" sldId="286"/>
        </pc:sldMkLst>
      </pc:sldChg>
    </pc:docChg>
  </pc:docChgLst>
  <pc:docChgLst>
    <pc:chgData name="D'onofrio, Matthew V" userId="S::mdonofrio7@gatech.edu::ba1e9f7e-ff91-4998-9b4f-42dd9f4e414a" providerId="AD" clId="Web-{B38DEC30-863C-BCAA-515A-14C3AF5B38C4}"/>
    <pc:docChg chg="modSld">
      <pc:chgData name="D'onofrio, Matthew V" userId="S::mdonofrio7@gatech.edu::ba1e9f7e-ff91-4998-9b4f-42dd9f4e414a" providerId="AD" clId="Web-{B38DEC30-863C-BCAA-515A-14C3AF5B38C4}" dt="2020-09-08T13:15:13.745" v="9" actId="20577"/>
      <pc:docMkLst>
        <pc:docMk/>
      </pc:docMkLst>
      <pc:sldChg chg="modSp">
        <pc:chgData name="D'onofrio, Matthew V" userId="S::mdonofrio7@gatech.edu::ba1e9f7e-ff91-4998-9b4f-42dd9f4e414a" providerId="AD" clId="Web-{B38DEC30-863C-BCAA-515A-14C3AF5B38C4}" dt="2020-09-08T13:15:13.745" v="8" actId="20577"/>
        <pc:sldMkLst>
          <pc:docMk/>
          <pc:sldMk cId="1118373963" sldId="260"/>
        </pc:sldMkLst>
        <pc:spChg chg="mod">
          <ac:chgData name="D'onofrio, Matthew V" userId="S::mdonofrio7@gatech.edu::ba1e9f7e-ff91-4998-9b4f-42dd9f4e414a" providerId="AD" clId="Web-{B38DEC30-863C-BCAA-515A-14C3AF5B38C4}" dt="2020-09-08T13:15:13.745" v="8" actId="20577"/>
          <ac:spMkLst>
            <pc:docMk/>
            <pc:sldMk cId="1118373963" sldId="260"/>
            <ac:spMk id="3" creationId="{CA1D8D49-D5F5-4CF5-BEA3-D61F1D81CC7B}"/>
          </ac:spMkLst>
        </pc:spChg>
      </pc:sldChg>
      <pc:sldChg chg="modSp">
        <pc:chgData name="D'onofrio, Matthew V" userId="S::mdonofrio7@gatech.edu::ba1e9f7e-ff91-4998-9b4f-42dd9f4e414a" providerId="AD" clId="Web-{B38DEC30-863C-BCAA-515A-14C3AF5B38C4}" dt="2020-09-08T13:14:02.088" v="4" actId="20577"/>
        <pc:sldMkLst>
          <pc:docMk/>
          <pc:sldMk cId="3416780677" sldId="281"/>
        </pc:sldMkLst>
        <pc:spChg chg="mod">
          <ac:chgData name="D'onofrio, Matthew V" userId="S::mdonofrio7@gatech.edu::ba1e9f7e-ff91-4998-9b4f-42dd9f4e414a" providerId="AD" clId="Web-{B38DEC30-863C-BCAA-515A-14C3AF5B38C4}" dt="2020-09-08T13:14:02.088" v="4" actId="20577"/>
          <ac:spMkLst>
            <pc:docMk/>
            <pc:sldMk cId="3416780677" sldId="281"/>
            <ac:spMk id="3" creationId="{CA1D8D49-D5F5-4CF5-BEA3-D61F1D81CC7B}"/>
          </ac:spMkLst>
        </pc:spChg>
      </pc:sldChg>
    </pc:docChg>
  </pc:docChgLst>
  <pc:docChgLst>
    <pc:chgData name="Anyanwu, Ndubusi J" userId="S::nanyanwu3@gatech.edu::13aa1786-72a2-4171-b594-604d2e8a0e69" providerId="AD" clId="Web-{74C9484E-5859-E2D5-C506-6985BE029B6D}"/>
    <pc:docChg chg="addSld modSld">
      <pc:chgData name="Anyanwu, Ndubusi J" userId="S::nanyanwu3@gatech.edu::13aa1786-72a2-4171-b594-604d2e8a0e69" providerId="AD" clId="Web-{74C9484E-5859-E2D5-C506-6985BE029B6D}" dt="2020-09-04T19:44:00.346" v="2389" actId="20577"/>
      <pc:docMkLst>
        <pc:docMk/>
      </pc:docMkLst>
      <pc:sldChg chg="modSp new">
        <pc:chgData name="Anyanwu, Ndubusi J" userId="S::nanyanwu3@gatech.edu::13aa1786-72a2-4171-b594-604d2e8a0e69" providerId="AD" clId="Web-{74C9484E-5859-E2D5-C506-6985BE029B6D}" dt="2020-09-04T19:32:57.691" v="2253" actId="20577"/>
        <pc:sldMkLst>
          <pc:docMk/>
          <pc:sldMk cId="3969283043" sldId="267"/>
        </pc:sldMkLst>
        <pc:spChg chg="mod">
          <ac:chgData name="Anyanwu, Ndubusi J" userId="S::nanyanwu3@gatech.edu::13aa1786-72a2-4171-b594-604d2e8a0e69" providerId="AD" clId="Web-{74C9484E-5859-E2D5-C506-6985BE029B6D}" dt="2020-09-04T18:45:14.205" v="10" actId="20577"/>
          <ac:spMkLst>
            <pc:docMk/>
            <pc:sldMk cId="3969283043" sldId="267"/>
            <ac:spMk id="2" creationId="{87F2A340-63F4-42E2-9A3B-DA69289229DD}"/>
          </ac:spMkLst>
        </pc:spChg>
        <pc:spChg chg="mod">
          <ac:chgData name="Anyanwu, Ndubusi J" userId="S::nanyanwu3@gatech.edu::13aa1786-72a2-4171-b594-604d2e8a0e69" providerId="AD" clId="Web-{74C9484E-5859-E2D5-C506-6985BE029B6D}" dt="2020-09-04T19:32:57.691" v="2253" actId="20577"/>
          <ac:spMkLst>
            <pc:docMk/>
            <pc:sldMk cId="3969283043" sldId="267"/>
            <ac:spMk id="3" creationId="{8EB4356F-1A48-4C81-A02E-A3F75791A4D2}"/>
          </ac:spMkLst>
        </pc:spChg>
      </pc:sldChg>
      <pc:sldChg chg="modSp new">
        <pc:chgData name="Anyanwu, Ndubusi J" userId="S::nanyanwu3@gatech.edu::13aa1786-72a2-4171-b594-604d2e8a0e69" providerId="AD" clId="Web-{74C9484E-5859-E2D5-C506-6985BE029B6D}" dt="2020-09-04T19:44:00.346" v="2388" actId="20577"/>
        <pc:sldMkLst>
          <pc:docMk/>
          <pc:sldMk cId="1247135170" sldId="268"/>
        </pc:sldMkLst>
        <pc:spChg chg="mod">
          <ac:chgData name="Anyanwu, Ndubusi J" userId="S::nanyanwu3@gatech.edu::13aa1786-72a2-4171-b594-604d2e8a0e69" providerId="AD" clId="Web-{74C9484E-5859-E2D5-C506-6985BE029B6D}" dt="2020-09-04T18:45:21.237" v="14" actId="20577"/>
          <ac:spMkLst>
            <pc:docMk/>
            <pc:sldMk cId="1247135170" sldId="268"/>
            <ac:spMk id="2" creationId="{AE2F571D-211A-47C0-9C55-E40CE1037B67}"/>
          </ac:spMkLst>
        </pc:spChg>
        <pc:spChg chg="mod">
          <ac:chgData name="Anyanwu, Ndubusi J" userId="S::nanyanwu3@gatech.edu::13aa1786-72a2-4171-b594-604d2e8a0e69" providerId="AD" clId="Web-{74C9484E-5859-E2D5-C506-6985BE029B6D}" dt="2020-09-04T19:44:00.346" v="2388" actId="20577"/>
          <ac:spMkLst>
            <pc:docMk/>
            <pc:sldMk cId="1247135170" sldId="268"/>
            <ac:spMk id="3" creationId="{5191493B-3A95-4EBB-8C39-79B9F54C1629}"/>
          </ac:spMkLst>
        </pc:spChg>
      </pc:sldChg>
      <pc:sldChg chg="modSp new">
        <pc:chgData name="Anyanwu, Ndubusi J" userId="S::nanyanwu3@gatech.edu::13aa1786-72a2-4171-b594-604d2e8a0e69" providerId="AD" clId="Web-{74C9484E-5859-E2D5-C506-6985BE029B6D}" dt="2020-09-04T18:45:27.784" v="18" actId="20577"/>
        <pc:sldMkLst>
          <pc:docMk/>
          <pc:sldMk cId="796266992" sldId="269"/>
        </pc:sldMkLst>
        <pc:spChg chg="mod">
          <ac:chgData name="Anyanwu, Ndubusi J" userId="S::nanyanwu3@gatech.edu::13aa1786-72a2-4171-b594-604d2e8a0e69" providerId="AD" clId="Web-{74C9484E-5859-E2D5-C506-6985BE029B6D}" dt="2020-09-04T18:45:27.784" v="18" actId="20577"/>
          <ac:spMkLst>
            <pc:docMk/>
            <pc:sldMk cId="796266992" sldId="269"/>
            <ac:spMk id="2" creationId="{ED0B655D-7071-4A66-8535-327006B01A1B}"/>
          </ac:spMkLst>
        </pc:spChg>
      </pc:sldChg>
      <pc:sldChg chg="modSp new">
        <pc:chgData name="Anyanwu, Ndubusi J" userId="S::nanyanwu3@gatech.edu::13aa1786-72a2-4171-b594-604d2e8a0e69" providerId="AD" clId="Web-{74C9484E-5859-E2D5-C506-6985BE029B6D}" dt="2020-09-04T18:45:39.253" v="22" actId="20577"/>
        <pc:sldMkLst>
          <pc:docMk/>
          <pc:sldMk cId="3099209057" sldId="270"/>
        </pc:sldMkLst>
        <pc:spChg chg="mod">
          <ac:chgData name="Anyanwu, Ndubusi J" userId="S::nanyanwu3@gatech.edu::13aa1786-72a2-4171-b594-604d2e8a0e69" providerId="AD" clId="Web-{74C9484E-5859-E2D5-C506-6985BE029B6D}" dt="2020-09-04T18:45:39.253" v="22" actId="20577"/>
          <ac:spMkLst>
            <pc:docMk/>
            <pc:sldMk cId="3099209057" sldId="270"/>
            <ac:spMk id="2" creationId="{DCC6B09C-3D9E-447A-BABD-698A6BC4C067}"/>
          </ac:spMkLst>
        </pc:spChg>
      </pc:sldChg>
      <pc:sldChg chg="modSp new">
        <pc:chgData name="Anyanwu, Ndubusi J" userId="S::nanyanwu3@gatech.edu::13aa1786-72a2-4171-b594-604d2e8a0e69" providerId="AD" clId="Web-{74C9484E-5859-E2D5-C506-6985BE029B6D}" dt="2020-09-04T19:16:56.232" v="1341" actId="20577"/>
        <pc:sldMkLst>
          <pc:docMk/>
          <pc:sldMk cId="3534427092" sldId="271"/>
        </pc:sldMkLst>
        <pc:spChg chg="mod">
          <ac:chgData name="Anyanwu, Ndubusi J" userId="S::nanyanwu3@gatech.edu::13aa1786-72a2-4171-b594-604d2e8a0e69" providerId="AD" clId="Web-{74C9484E-5859-E2D5-C506-6985BE029B6D}" dt="2020-09-04T19:10:00.566" v="55" actId="20577"/>
          <ac:spMkLst>
            <pc:docMk/>
            <pc:sldMk cId="3534427092" sldId="271"/>
            <ac:spMk id="2" creationId="{86A345C1-27D4-493F-BAC7-0AC919D91CFC}"/>
          </ac:spMkLst>
        </pc:spChg>
        <pc:spChg chg="mod">
          <ac:chgData name="Anyanwu, Ndubusi J" userId="S::nanyanwu3@gatech.edu::13aa1786-72a2-4171-b594-604d2e8a0e69" providerId="AD" clId="Web-{74C9484E-5859-E2D5-C506-6985BE029B6D}" dt="2020-09-04T19:16:56.232" v="1341" actId="20577"/>
          <ac:spMkLst>
            <pc:docMk/>
            <pc:sldMk cId="3534427092" sldId="271"/>
            <ac:spMk id="3" creationId="{B9BD071A-6C74-4947-BC2D-1DFD7D6DBE55}"/>
          </ac:spMkLst>
        </pc:spChg>
      </pc:sldChg>
    </pc:docChg>
  </pc:docChgLst>
  <pc:docChgLst>
    <pc:chgData name="Anyanwu, Ndubusi J" userId="S::nanyanwu3@gatech.edu::13aa1786-72a2-4171-b594-604d2e8a0e69" providerId="AD" clId="Web-{61BE94BD-7BAE-41FF-6F85-A41CF75BBD27}"/>
    <pc:docChg chg="modSld">
      <pc:chgData name="Anyanwu, Ndubusi J" userId="S::nanyanwu3@gatech.edu::13aa1786-72a2-4171-b594-604d2e8a0e69" providerId="AD" clId="Web-{61BE94BD-7BAE-41FF-6F85-A41CF75BBD27}" dt="2020-09-02T21:40:48.055" v="37" actId="20577"/>
      <pc:docMkLst>
        <pc:docMk/>
      </pc:docMkLst>
      <pc:sldChg chg="modSp">
        <pc:chgData name="Anyanwu, Ndubusi J" userId="S::nanyanwu3@gatech.edu::13aa1786-72a2-4171-b594-604d2e8a0e69" providerId="AD" clId="Web-{61BE94BD-7BAE-41FF-6F85-A41CF75BBD27}" dt="2020-09-02T21:40:48.055" v="36" actId="20577"/>
        <pc:sldMkLst>
          <pc:docMk/>
          <pc:sldMk cId="3236145063" sldId="259"/>
        </pc:sldMkLst>
        <pc:spChg chg="mod">
          <ac:chgData name="Anyanwu, Ndubusi J" userId="S::nanyanwu3@gatech.edu::13aa1786-72a2-4171-b594-604d2e8a0e69" providerId="AD" clId="Web-{61BE94BD-7BAE-41FF-6F85-A41CF75BBD27}" dt="2020-09-02T21:40:48.055" v="36" actId="20577"/>
          <ac:spMkLst>
            <pc:docMk/>
            <pc:sldMk cId="3236145063" sldId="259"/>
            <ac:spMk id="3" creationId="{828356AE-3BD4-4C5F-8230-738CFB424965}"/>
          </ac:spMkLst>
        </pc:spChg>
      </pc:sldChg>
    </pc:docChg>
  </pc:docChgLst>
  <pc:docChgLst>
    <pc:chgData name="D'onofrio, Matthew V" userId="S::mdonofrio7@gatech.edu::ba1e9f7e-ff91-4998-9b4f-42dd9f4e414a" providerId="AD" clId="Web-{CC8D50E4-9590-4CF4-3734-113203376005}"/>
    <pc:docChg chg="addSld delSld modSld">
      <pc:chgData name="D'onofrio, Matthew V" userId="S::mdonofrio7@gatech.edu::ba1e9f7e-ff91-4998-9b4f-42dd9f4e414a" providerId="AD" clId="Web-{CC8D50E4-9590-4CF4-3734-113203376005}" dt="2020-09-09T01:42:29.827" v="662" actId="20577"/>
      <pc:docMkLst>
        <pc:docMk/>
      </pc:docMkLst>
      <pc:sldChg chg="addSp modSp">
        <pc:chgData name="D'onofrio, Matthew V" userId="S::mdonofrio7@gatech.edu::ba1e9f7e-ff91-4998-9b4f-42dd9f4e414a" providerId="AD" clId="Web-{CC8D50E4-9590-4CF4-3734-113203376005}" dt="2020-09-09T00:25:01.473" v="59" actId="20577"/>
        <pc:sldMkLst>
          <pc:docMk/>
          <pc:sldMk cId="68219366" sldId="262"/>
        </pc:sldMkLst>
        <pc:spChg chg="mod">
          <ac:chgData name="D'onofrio, Matthew V" userId="S::mdonofrio7@gatech.edu::ba1e9f7e-ff91-4998-9b4f-42dd9f4e414a" providerId="AD" clId="Web-{CC8D50E4-9590-4CF4-3734-113203376005}" dt="2020-09-09T00:25:01.473" v="59" actId="20577"/>
          <ac:spMkLst>
            <pc:docMk/>
            <pc:sldMk cId="68219366" sldId="262"/>
            <ac:spMk id="3" creationId="{49C73399-21A7-443E-A6C2-C9F1EA54CA9D}"/>
          </ac:spMkLst>
        </pc:spChg>
        <pc:spChg chg="add mod">
          <ac:chgData name="D'onofrio, Matthew V" userId="S::mdonofrio7@gatech.edu::ba1e9f7e-ff91-4998-9b4f-42dd9f4e414a" providerId="AD" clId="Web-{CC8D50E4-9590-4CF4-3734-113203376005}" dt="2020-09-09T00:22:55.892" v="54"/>
          <ac:spMkLst>
            <pc:docMk/>
            <pc:sldMk cId="68219366" sldId="262"/>
            <ac:spMk id="4" creationId="{9A9E3526-4512-49D3-A980-7FA092BCD9EE}"/>
          </ac:spMkLst>
        </pc:spChg>
      </pc:sldChg>
      <pc:sldChg chg="modSp">
        <pc:chgData name="D'onofrio, Matthew V" userId="S::mdonofrio7@gatech.edu::ba1e9f7e-ff91-4998-9b4f-42dd9f4e414a" providerId="AD" clId="Web-{CC8D50E4-9590-4CF4-3734-113203376005}" dt="2020-09-09T00:56:19.353" v="243" actId="20577"/>
        <pc:sldMkLst>
          <pc:docMk/>
          <pc:sldMk cId="2581402765" sldId="263"/>
        </pc:sldMkLst>
        <pc:spChg chg="mod">
          <ac:chgData name="D'onofrio, Matthew V" userId="S::mdonofrio7@gatech.edu::ba1e9f7e-ff91-4998-9b4f-42dd9f4e414a" providerId="AD" clId="Web-{CC8D50E4-9590-4CF4-3734-113203376005}" dt="2020-09-09T00:56:19.353" v="243" actId="20577"/>
          <ac:spMkLst>
            <pc:docMk/>
            <pc:sldMk cId="2581402765" sldId="263"/>
            <ac:spMk id="3" creationId="{B97C81C1-C9B7-4CD2-8D27-DB252B96EBE0}"/>
          </ac:spMkLst>
        </pc:spChg>
      </pc:sldChg>
      <pc:sldChg chg="modSp">
        <pc:chgData name="D'onofrio, Matthew V" userId="S::mdonofrio7@gatech.edu::ba1e9f7e-ff91-4998-9b4f-42dd9f4e414a" providerId="AD" clId="Web-{CC8D50E4-9590-4CF4-3734-113203376005}" dt="2020-09-09T01:03:21.271" v="370" actId="20577"/>
        <pc:sldMkLst>
          <pc:docMk/>
          <pc:sldMk cId="1216129270" sldId="264"/>
        </pc:sldMkLst>
        <pc:spChg chg="mod">
          <ac:chgData name="D'onofrio, Matthew V" userId="S::mdonofrio7@gatech.edu::ba1e9f7e-ff91-4998-9b4f-42dd9f4e414a" providerId="AD" clId="Web-{CC8D50E4-9590-4CF4-3734-113203376005}" dt="2020-09-09T01:03:21.271" v="370" actId="20577"/>
          <ac:spMkLst>
            <pc:docMk/>
            <pc:sldMk cId="1216129270" sldId="264"/>
            <ac:spMk id="3" creationId="{837B93E7-C09F-4979-99A9-E88FCE2FD44B}"/>
          </ac:spMkLst>
        </pc:spChg>
      </pc:sldChg>
      <pc:sldChg chg="modSp">
        <pc:chgData name="D'onofrio, Matthew V" userId="S::mdonofrio7@gatech.edu::ba1e9f7e-ff91-4998-9b4f-42dd9f4e414a" providerId="AD" clId="Web-{CC8D50E4-9590-4CF4-3734-113203376005}" dt="2020-09-09T01:10:31.611" v="451" actId="20577"/>
        <pc:sldMkLst>
          <pc:docMk/>
          <pc:sldMk cId="2463624077" sldId="265"/>
        </pc:sldMkLst>
        <pc:spChg chg="mod">
          <ac:chgData name="D'onofrio, Matthew V" userId="S::mdonofrio7@gatech.edu::ba1e9f7e-ff91-4998-9b4f-42dd9f4e414a" providerId="AD" clId="Web-{CC8D50E4-9590-4CF4-3734-113203376005}" dt="2020-09-09T01:10:31.611" v="451" actId="20577"/>
          <ac:spMkLst>
            <pc:docMk/>
            <pc:sldMk cId="2463624077" sldId="265"/>
            <ac:spMk id="3" creationId="{43B2A55F-51F3-4A25-90C3-EC80634762EA}"/>
          </ac:spMkLst>
        </pc:spChg>
      </pc:sldChg>
      <pc:sldChg chg="addSp delSp modSp">
        <pc:chgData name="D'onofrio, Matthew V" userId="S::mdonofrio7@gatech.edu::ba1e9f7e-ff91-4998-9b4f-42dd9f4e414a" providerId="AD" clId="Web-{CC8D50E4-9590-4CF4-3734-113203376005}" dt="2020-09-09T01:14:35.305" v="467" actId="20577"/>
        <pc:sldMkLst>
          <pc:docMk/>
          <pc:sldMk cId="705473365" sldId="266"/>
        </pc:sldMkLst>
        <pc:spChg chg="mod">
          <ac:chgData name="D'onofrio, Matthew V" userId="S::mdonofrio7@gatech.edu::ba1e9f7e-ff91-4998-9b4f-42dd9f4e414a" providerId="AD" clId="Web-{CC8D50E4-9590-4CF4-3734-113203376005}" dt="2020-09-09T00:32:43.642" v="143" actId="20577"/>
          <ac:spMkLst>
            <pc:docMk/>
            <pc:sldMk cId="705473365" sldId="266"/>
            <ac:spMk id="2" creationId="{B812EF96-E6E8-46B5-BA7B-0DE966B2DECD}"/>
          </ac:spMkLst>
        </pc:spChg>
        <pc:spChg chg="add">
          <ac:chgData name="D'onofrio, Matthew V" userId="S::mdonofrio7@gatech.edu::ba1e9f7e-ff91-4998-9b4f-42dd9f4e414a" providerId="AD" clId="Web-{CC8D50E4-9590-4CF4-3734-113203376005}" dt="2020-09-09T00:25:31.677" v="61"/>
          <ac:spMkLst>
            <pc:docMk/>
            <pc:sldMk cId="705473365" sldId="266"/>
            <ac:spMk id="3" creationId="{B084E544-5AA6-470D-8096-CD3B6C06F2C6}"/>
          </ac:spMkLst>
        </pc:spChg>
        <pc:spChg chg="mod">
          <ac:chgData name="D'onofrio, Matthew V" userId="S::mdonofrio7@gatech.edu::ba1e9f7e-ff91-4998-9b4f-42dd9f4e414a" providerId="AD" clId="Web-{CC8D50E4-9590-4CF4-3734-113203376005}" dt="2020-09-09T01:14:35.305" v="467" actId="20577"/>
          <ac:spMkLst>
            <pc:docMk/>
            <pc:sldMk cId="705473365" sldId="266"/>
            <ac:spMk id="10" creationId="{BCC21E4D-EE69-43F4-ADAE-88FF882A3661}"/>
          </ac:spMkLst>
        </pc:spChg>
        <pc:picChg chg="add mod">
          <ac:chgData name="D'onofrio, Matthew V" userId="S::mdonofrio7@gatech.edu::ba1e9f7e-ff91-4998-9b4f-42dd9f4e414a" providerId="AD" clId="Web-{CC8D50E4-9590-4CF4-3734-113203376005}" dt="2020-09-09T00:27:51.088" v="117" actId="14100"/>
          <ac:picMkLst>
            <pc:docMk/>
            <pc:sldMk cId="705473365" sldId="266"/>
            <ac:picMk id="4" creationId="{BB332E0D-11FD-4F7F-A254-888D599BD5FF}"/>
          </ac:picMkLst>
        </pc:picChg>
        <pc:picChg chg="del">
          <ac:chgData name="D'onofrio, Matthew V" userId="S::mdonofrio7@gatech.edu::ba1e9f7e-ff91-4998-9b4f-42dd9f4e414a" providerId="AD" clId="Web-{CC8D50E4-9590-4CF4-3734-113203376005}" dt="2020-09-09T00:27:42.619" v="116"/>
          <ac:picMkLst>
            <pc:docMk/>
            <pc:sldMk cId="705473365" sldId="266"/>
            <ac:picMk id="9" creationId="{AA045561-3797-4056-86DA-5F87EFD5F662}"/>
          </ac:picMkLst>
        </pc:picChg>
      </pc:sldChg>
      <pc:sldChg chg="addSp modSp">
        <pc:chgData name="D'onofrio, Matthew V" userId="S::mdonofrio7@gatech.edu::ba1e9f7e-ff91-4998-9b4f-42dd9f4e414a" providerId="AD" clId="Web-{CC8D50E4-9590-4CF4-3734-113203376005}" dt="2020-09-09T00:20:53.951" v="52"/>
        <pc:sldMkLst>
          <pc:docMk/>
          <pc:sldMk cId="796266992" sldId="269"/>
        </pc:sldMkLst>
        <pc:spChg chg="mod">
          <ac:chgData name="D'onofrio, Matthew V" userId="S::mdonofrio7@gatech.edu::ba1e9f7e-ff91-4998-9b4f-42dd9f4e414a" providerId="AD" clId="Web-{CC8D50E4-9590-4CF4-3734-113203376005}" dt="2020-09-09T00:20:38.325" v="42" actId="20577"/>
          <ac:spMkLst>
            <pc:docMk/>
            <pc:sldMk cId="796266992" sldId="269"/>
            <ac:spMk id="3" creationId="{717ECB92-7EC4-4E36-9DF2-EBF21E767B86}"/>
          </ac:spMkLst>
        </pc:spChg>
        <pc:spChg chg="add mod">
          <ac:chgData name="D'onofrio, Matthew V" userId="S::mdonofrio7@gatech.edu::ba1e9f7e-ff91-4998-9b4f-42dd9f4e414a" providerId="AD" clId="Web-{CC8D50E4-9590-4CF4-3734-113203376005}" dt="2020-09-09T00:20:53.951" v="52"/>
          <ac:spMkLst>
            <pc:docMk/>
            <pc:sldMk cId="796266992" sldId="269"/>
            <ac:spMk id="4" creationId="{28B11398-9AEE-4D99-BF48-10B41843DA0C}"/>
          </ac:spMkLst>
        </pc:spChg>
      </pc:sldChg>
      <pc:sldChg chg="modSp">
        <pc:chgData name="D'onofrio, Matthew V" userId="S::mdonofrio7@gatech.edu::ba1e9f7e-ff91-4998-9b4f-42dd9f4e414a" providerId="AD" clId="Web-{CC8D50E4-9590-4CF4-3734-113203376005}" dt="2020-09-09T00:40:35.734" v="206" actId="20577"/>
        <pc:sldMkLst>
          <pc:docMk/>
          <pc:sldMk cId="3099209057" sldId="270"/>
        </pc:sldMkLst>
        <pc:spChg chg="mod">
          <ac:chgData name="D'onofrio, Matthew V" userId="S::mdonofrio7@gatech.edu::ba1e9f7e-ff91-4998-9b4f-42dd9f4e414a" providerId="AD" clId="Web-{CC8D50E4-9590-4CF4-3734-113203376005}" dt="2020-09-09T00:40:35.734" v="206" actId="20577"/>
          <ac:spMkLst>
            <pc:docMk/>
            <pc:sldMk cId="3099209057" sldId="270"/>
            <ac:spMk id="3" creationId="{FA9CB19C-5890-4787-9D4A-42E562A5F8A7}"/>
          </ac:spMkLst>
        </pc:spChg>
      </pc:sldChg>
      <pc:sldChg chg="modSp">
        <pc:chgData name="D'onofrio, Matthew V" userId="S::mdonofrio7@gatech.edu::ba1e9f7e-ff91-4998-9b4f-42dd9f4e414a" providerId="AD" clId="Web-{CC8D50E4-9590-4CF4-3734-113203376005}" dt="2020-09-09T01:42:29.812" v="661" actId="20577"/>
        <pc:sldMkLst>
          <pc:docMk/>
          <pc:sldMk cId="1720680922" sldId="277"/>
        </pc:sldMkLst>
        <pc:spChg chg="mod">
          <ac:chgData name="D'onofrio, Matthew V" userId="S::mdonofrio7@gatech.edu::ba1e9f7e-ff91-4998-9b4f-42dd9f4e414a" providerId="AD" clId="Web-{CC8D50E4-9590-4CF4-3734-113203376005}" dt="2020-09-09T01:42:29.812" v="661" actId="20577"/>
          <ac:spMkLst>
            <pc:docMk/>
            <pc:sldMk cId="1720680922" sldId="277"/>
            <ac:spMk id="3" creationId="{CA1D8D49-D5F5-4CF5-BEA3-D61F1D81CC7B}"/>
          </ac:spMkLst>
        </pc:spChg>
      </pc:sldChg>
      <pc:sldChg chg="modSp">
        <pc:chgData name="D'onofrio, Matthew V" userId="S::mdonofrio7@gatech.edu::ba1e9f7e-ff91-4998-9b4f-42dd9f4e414a" providerId="AD" clId="Web-{CC8D50E4-9590-4CF4-3734-113203376005}" dt="2020-09-09T01:17:09.856" v="486" actId="20577"/>
        <pc:sldMkLst>
          <pc:docMk/>
          <pc:sldMk cId="1579089874" sldId="278"/>
        </pc:sldMkLst>
        <pc:spChg chg="mod">
          <ac:chgData name="D'onofrio, Matthew V" userId="S::mdonofrio7@gatech.edu::ba1e9f7e-ff91-4998-9b4f-42dd9f4e414a" providerId="AD" clId="Web-{CC8D50E4-9590-4CF4-3734-113203376005}" dt="2020-09-09T01:17:09.856" v="486" actId="20577"/>
          <ac:spMkLst>
            <pc:docMk/>
            <pc:sldMk cId="1579089874" sldId="278"/>
            <ac:spMk id="3" creationId="{CA1D8D49-D5F5-4CF5-BEA3-D61F1D81CC7B}"/>
          </ac:spMkLst>
        </pc:spChg>
      </pc:sldChg>
      <pc:sldChg chg="modSp">
        <pc:chgData name="D'onofrio, Matthew V" userId="S::mdonofrio7@gatech.edu::ba1e9f7e-ff91-4998-9b4f-42dd9f4e414a" providerId="AD" clId="Web-{CC8D50E4-9590-4CF4-3734-113203376005}" dt="2020-09-09T01:21:12.382" v="514" actId="20577"/>
        <pc:sldMkLst>
          <pc:docMk/>
          <pc:sldMk cId="282607938" sldId="279"/>
        </pc:sldMkLst>
        <pc:spChg chg="mod">
          <ac:chgData name="D'onofrio, Matthew V" userId="S::mdonofrio7@gatech.edu::ba1e9f7e-ff91-4998-9b4f-42dd9f4e414a" providerId="AD" clId="Web-{CC8D50E4-9590-4CF4-3734-113203376005}" dt="2020-09-09T01:21:12.382" v="514" actId="20577"/>
          <ac:spMkLst>
            <pc:docMk/>
            <pc:sldMk cId="282607938" sldId="279"/>
            <ac:spMk id="3" creationId="{CA1D8D49-D5F5-4CF5-BEA3-D61F1D81CC7B}"/>
          </ac:spMkLst>
        </pc:spChg>
      </pc:sldChg>
      <pc:sldChg chg="modSp">
        <pc:chgData name="D'onofrio, Matthew V" userId="S::mdonofrio7@gatech.edu::ba1e9f7e-ff91-4998-9b4f-42dd9f4e414a" providerId="AD" clId="Web-{CC8D50E4-9590-4CF4-3734-113203376005}" dt="2020-09-09T01:41:50.092" v="657" actId="20577"/>
        <pc:sldMkLst>
          <pc:docMk/>
          <pc:sldMk cId="3416780677" sldId="281"/>
        </pc:sldMkLst>
        <pc:spChg chg="mod">
          <ac:chgData name="D'onofrio, Matthew V" userId="S::mdonofrio7@gatech.edu::ba1e9f7e-ff91-4998-9b4f-42dd9f4e414a" providerId="AD" clId="Web-{CC8D50E4-9590-4CF4-3734-113203376005}" dt="2020-09-09T01:41:50.092" v="657" actId="20577"/>
          <ac:spMkLst>
            <pc:docMk/>
            <pc:sldMk cId="3416780677" sldId="281"/>
            <ac:spMk id="2" creationId="{E7E78B0A-1EDE-4DE0-A4F0-BDEFED819496}"/>
          </ac:spMkLst>
        </pc:spChg>
        <pc:spChg chg="mod">
          <ac:chgData name="D'onofrio, Matthew V" userId="S::mdonofrio7@gatech.edu::ba1e9f7e-ff91-4998-9b4f-42dd9f4e414a" providerId="AD" clId="Web-{CC8D50E4-9590-4CF4-3734-113203376005}" dt="2020-09-09T01:38:52.806" v="560" actId="14100"/>
          <ac:spMkLst>
            <pc:docMk/>
            <pc:sldMk cId="3416780677" sldId="281"/>
            <ac:spMk id="3" creationId="{CA1D8D49-D5F5-4CF5-BEA3-D61F1D81CC7B}"/>
          </ac:spMkLst>
        </pc:spChg>
      </pc:sldChg>
      <pc:sldChg chg="modSp">
        <pc:chgData name="D'onofrio, Matthew V" userId="S::mdonofrio7@gatech.edu::ba1e9f7e-ff91-4998-9b4f-42dd9f4e414a" providerId="AD" clId="Web-{CC8D50E4-9590-4CF4-3734-113203376005}" dt="2020-09-09T01:32:31.967" v="543" actId="20577"/>
        <pc:sldMkLst>
          <pc:docMk/>
          <pc:sldMk cId="2856332301" sldId="283"/>
        </pc:sldMkLst>
        <pc:spChg chg="mod">
          <ac:chgData name="D'onofrio, Matthew V" userId="S::mdonofrio7@gatech.edu::ba1e9f7e-ff91-4998-9b4f-42dd9f4e414a" providerId="AD" clId="Web-{CC8D50E4-9590-4CF4-3734-113203376005}" dt="2020-09-09T01:32:31.967" v="543" actId="20577"/>
          <ac:spMkLst>
            <pc:docMk/>
            <pc:sldMk cId="2856332301" sldId="283"/>
            <ac:spMk id="3" creationId="{CA1D8D49-D5F5-4CF5-BEA3-D61F1D81CC7B}"/>
          </ac:spMkLst>
        </pc:spChg>
      </pc:sldChg>
      <pc:sldChg chg="modSp">
        <pc:chgData name="D'onofrio, Matthew V" userId="S::mdonofrio7@gatech.edu::ba1e9f7e-ff91-4998-9b4f-42dd9f4e414a" providerId="AD" clId="Web-{CC8D50E4-9590-4CF4-3734-113203376005}" dt="2020-09-09T01:05:18.337" v="386" actId="20577"/>
        <pc:sldMkLst>
          <pc:docMk/>
          <pc:sldMk cId="3616149677" sldId="284"/>
        </pc:sldMkLst>
        <pc:spChg chg="mod">
          <ac:chgData name="D'onofrio, Matthew V" userId="S::mdonofrio7@gatech.edu::ba1e9f7e-ff91-4998-9b4f-42dd9f4e414a" providerId="AD" clId="Web-{CC8D50E4-9590-4CF4-3734-113203376005}" dt="2020-09-09T01:05:18.337" v="386" actId="20577"/>
          <ac:spMkLst>
            <pc:docMk/>
            <pc:sldMk cId="3616149677" sldId="284"/>
            <ac:spMk id="3" creationId="{837B93E7-C09F-4979-99A9-E88FCE2FD44B}"/>
          </ac:spMkLst>
        </pc:spChg>
      </pc:sldChg>
      <pc:sldChg chg="del">
        <pc:chgData name="D'onofrio, Matthew V" userId="S::mdonofrio7@gatech.edu::ba1e9f7e-ff91-4998-9b4f-42dd9f4e414a" providerId="AD" clId="Web-{CC8D50E4-9590-4CF4-3734-113203376005}" dt="2020-09-09T00:40:39.203" v="208"/>
        <pc:sldMkLst>
          <pc:docMk/>
          <pc:sldMk cId="2006005786" sldId="285"/>
        </pc:sldMkLst>
      </pc:sldChg>
      <pc:sldChg chg="addSp delSp modSp new del">
        <pc:chgData name="D'onofrio, Matthew V" userId="S::mdonofrio7@gatech.edu::ba1e9f7e-ff91-4998-9b4f-42dd9f4e414a" providerId="AD" clId="Web-{CC8D50E4-9590-4CF4-3734-113203376005}" dt="2020-09-09T01:38:30.774" v="555"/>
        <pc:sldMkLst>
          <pc:docMk/>
          <pc:sldMk cId="3562360911" sldId="286"/>
        </pc:sldMkLst>
        <pc:spChg chg="del">
          <ac:chgData name="D'onofrio, Matthew V" userId="S::mdonofrio7@gatech.edu::ba1e9f7e-ff91-4998-9b4f-42dd9f4e414a" providerId="AD" clId="Web-{CC8D50E4-9590-4CF4-3734-113203376005}" dt="2020-09-09T00:11:23.248" v="1"/>
          <ac:spMkLst>
            <pc:docMk/>
            <pc:sldMk cId="3562360911" sldId="286"/>
            <ac:spMk id="3" creationId="{4B1DCF55-3116-4E5E-8744-921B52862EDA}"/>
          </ac:spMkLst>
        </pc:spChg>
        <pc:picChg chg="add mod ord">
          <ac:chgData name="D'onofrio, Matthew V" userId="S::mdonofrio7@gatech.edu::ba1e9f7e-ff91-4998-9b4f-42dd9f4e414a" providerId="AD" clId="Web-{CC8D50E4-9590-4CF4-3734-113203376005}" dt="2020-09-09T00:11:23.248" v="1"/>
          <ac:picMkLst>
            <pc:docMk/>
            <pc:sldMk cId="3562360911" sldId="286"/>
            <ac:picMk id="4" creationId="{CD1E0B7C-18FC-4B6B-AF81-3B8D6C73AFD8}"/>
          </ac:picMkLst>
        </pc:picChg>
      </pc:sldChg>
      <pc:sldChg chg="addSp modSp add replId">
        <pc:chgData name="D'onofrio, Matthew V" userId="S::mdonofrio7@gatech.edu::ba1e9f7e-ff91-4998-9b4f-42dd9f4e414a" providerId="AD" clId="Web-{CC8D50E4-9590-4CF4-3734-113203376005}" dt="2020-09-09T00:20:17.825" v="34" actId="20577"/>
        <pc:sldMkLst>
          <pc:docMk/>
          <pc:sldMk cId="2433959428" sldId="287"/>
        </pc:sldMkLst>
        <pc:spChg chg="mod">
          <ac:chgData name="D'onofrio, Matthew V" userId="S::mdonofrio7@gatech.edu::ba1e9f7e-ff91-4998-9b4f-42dd9f4e414a" providerId="AD" clId="Web-{CC8D50E4-9590-4CF4-3734-113203376005}" dt="2020-09-09T00:15:18.145" v="8" actId="20577"/>
          <ac:spMkLst>
            <pc:docMk/>
            <pc:sldMk cId="2433959428" sldId="287"/>
            <ac:spMk id="2" creationId="{81DC53B7-B67A-4F7C-A839-4A614CA49BBD}"/>
          </ac:spMkLst>
        </pc:spChg>
        <pc:spChg chg="mod">
          <ac:chgData name="D'onofrio, Matthew V" userId="S::mdonofrio7@gatech.edu::ba1e9f7e-ff91-4998-9b4f-42dd9f4e414a" providerId="AD" clId="Web-{CC8D50E4-9590-4CF4-3734-113203376005}" dt="2020-09-09T00:17:32.711" v="27" actId="14100"/>
          <ac:spMkLst>
            <pc:docMk/>
            <pc:sldMk cId="2433959428" sldId="287"/>
            <ac:spMk id="3" creationId="{E83E6696-73E2-4F8C-A703-E975F181541C}"/>
          </ac:spMkLst>
        </pc:spChg>
        <pc:spChg chg="add mod">
          <ac:chgData name="D'onofrio, Matthew V" userId="S::mdonofrio7@gatech.edu::ba1e9f7e-ff91-4998-9b4f-42dd9f4e414a" providerId="AD" clId="Web-{CC8D50E4-9590-4CF4-3734-113203376005}" dt="2020-09-09T00:20:17.825" v="34" actId="20577"/>
          <ac:spMkLst>
            <pc:docMk/>
            <pc:sldMk cId="2433959428" sldId="287"/>
            <ac:spMk id="4" creationId="{96B5A1C6-6565-453D-B4F2-75A4ED0E97EB}"/>
          </ac:spMkLst>
        </pc:spChg>
      </pc:sldChg>
      <pc:sldChg chg="modSp">
        <pc:chgData name="D'onofrio, Matthew V" userId="S::mdonofrio7@gatech.edu::ba1e9f7e-ff91-4998-9b4f-42dd9f4e414a" providerId="AD" clId="Web-{CC8D50E4-9590-4CF4-3734-113203376005}" dt="2020-09-09T00:33:26.253" v="154" actId="20577"/>
        <pc:sldMkLst>
          <pc:docMk/>
          <pc:sldMk cId="3266192741" sldId="288"/>
        </pc:sldMkLst>
        <pc:spChg chg="mod">
          <ac:chgData name="D'onofrio, Matthew V" userId="S::mdonofrio7@gatech.edu::ba1e9f7e-ff91-4998-9b4f-42dd9f4e414a" providerId="AD" clId="Web-{CC8D50E4-9590-4CF4-3734-113203376005}" dt="2020-09-09T00:33:26.253" v="154" actId="20577"/>
          <ac:spMkLst>
            <pc:docMk/>
            <pc:sldMk cId="3266192741" sldId="288"/>
            <ac:spMk id="2" creationId="{B812EF96-E6E8-46B5-BA7B-0DE966B2DECD}"/>
          </ac:spMkLst>
        </pc:spChg>
      </pc:sldChg>
    </pc:docChg>
  </pc:docChgLst>
  <pc:docChgLst>
    <pc:chgData name="D'onofrio, Matthew V" userId="S::mdonofrio7@gatech.edu::ba1e9f7e-ff91-4998-9b4f-42dd9f4e414a" providerId="AD" clId="Web-{5ECA19D4-7628-1638-6CB9-4A699263E402}"/>
    <pc:docChg chg="delSld modSld">
      <pc:chgData name="D'onofrio, Matthew V" userId="S::mdonofrio7@gatech.edu::ba1e9f7e-ff91-4998-9b4f-42dd9f4e414a" providerId="AD" clId="Web-{5ECA19D4-7628-1638-6CB9-4A699263E402}" dt="2020-09-08T20:20:43.381" v="128"/>
      <pc:docMkLst>
        <pc:docMk/>
      </pc:docMkLst>
      <pc:sldChg chg="del">
        <pc:chgData name="D'onofrio, Matthew V" userId="S::mdonofrio7@gatech.edu::ba1e9f7e-ff91-4998-9b4f-42dd9f4e414a" providerId="AD" clId="Web-{5ECA19D4-7628-1638-6CB9-4A699263E402}" dt="2020-09-08T20:18:41.003" v="125"/>
        <pc:sldMkLst>
          <pc:docMk/>
          <pc:sldMk cId="313319162" sldId="257"/>
        </pc:sldMkLst>
      </pc:sldChg>
      <pc:sldChg chg="del">
        <pc:chgData name="D'onofrio, Matthew V" userId="S::mdonofrio7@gatech.edu::ba1e9f7e-ff91-4998-9b4f-42dd9f4e414a" providerId="AD" clId="Web-{5ECA19D4-7628-1638-6CB9-4A699263E402}" dt="2020-09-08T20:18:56.363" v="126"/>
        <pc:sldMkLst>
          <pc:docMk/>
          <pc:sldMk cId="1030611485" sldId="258"/>
        </pc:sldMkLst>
      </pc:sldChg>
      <pc:sldChg chg="del">
        <pc:chgData name="D'onofrio, Matthew V" userId="S::mdonofrio7@gatech.edu::ba1e9f7e-ff91-4998-9b4f-42dd9f4e414a" providerId="AD" clId="Web-{5ECA19D4-7628-1638-6CB9-4A699263E402}" dt="2020-09-08T20:20:04.865" v="127"/>
        <pc:sldMkLst>
          <pc:docMk/>
          <pc:sldMk cId="3236145063" sldId="259"/>
        </pc:sldMkLst>
      </pc:sldChg>
      <pc:sldChg chg="modSp del">
        <pc:chgData name="D'onofrio, Matthew V" userId="S::mdonofrio7@gatech.edu::ba1e9f7e-ff91-4998-9b4f-42dd9f4e414a" providerId="AD" clId="Web-{5ECA19D4-7628-1638-6CB9-4A699263E402}" dt="2020-09-08T20:20:43.381" v="128"/>
        <pc:sldMkLst>
          <pc:docMk/>
          <pc:sldMk cId="1118373963" sldId="260"/>
        </pc:sldMkLst>
        <pc:spChg chg="mod">
          <ac:chgData name="D'onofrio, Matthew V" userId="S::mdonofrio7@gatech.edu::ba1e9f7e-ff91-4998-9b4f-42dd9f4e414a" providerId="AD" clId="Web-{5ECA19D4-7628-1638-6CB9-4A699263E402}" dt="2020-09-08T19:21:04.872" v="21" actId="20577"/>
          <ac:spMkLst>
            <pc:docMk/>
            <pc:sldMk cId="1118373963" sldId="260"/>
            <ac:spMk id="3" creationId="{CA1D8D49-D5F5-4CF5-BEA3-D61F1D81CC7B}"/>
          </ac:spMkLst>
        </pc:spChg>
      </pc:sldChg>
      <pc:sldChg chg="modSp">
        <pc:chgData name="D'onofrio, Matthew V" userId="S::mdonofrio7@gatech.edu::ba1e9f7e-ff91-4998-9b4f-42dd9f4e414a" providerId="AD" clId="Web-{5ECA19D4-7628-1638-6CB9-4A699263E402}" dt="2020-09-08T19:48:48.375" v="111" actId="20577"/>
        <pc:sldMkLst>
          <pc:docMk/>
          <pc:sldMk cId="68219366" sldId="262"/>
        </pc:sldMkLst>
        <pc:spChg chg="mod">
          <ac:chgData name="D'onofrio, Matthew V" userId="S::mdonofrio7@gatech.edu::ba1e9f7e-ff91-4998-9b4f-42dd9f4e414a" providerId="AD" clId="Web-{5ECA19D4-7628-1638-6CB9-4A699263E402}" dt="2020-09-08T19:48:48.375" v="111" actId="20577"/>
          <ac:spMkLst>
            <pc:docMk/>
            <pc:sldMk cId="68219366" sldId="262"/>
            <ac:spMk id="3" creationId="{49C73399-21A7-443E-A6C2-C9F1EA54CA9D}"/>
          </ac:spMkLst>
        </pc:spChg>
      </pc:sldChg>
      <pc:sldChg chg="modSp">
        <pc:chgData name="D'onofrio, Matthew V" userId="S::mdonofrio7@gatech.edu::ba1e9f7e-ff91-4998-9b4f-42dd9f4e414a" providerId="AD" clId="Web-{5ECA19D4-7628-1638-6CB9-4A699263E402}" dt="2020-09-08T19:24:13.940" v="66" actId="20577"/>
        <pc:sldMkLst>
          <pc:docMk/>
          <pc:sldMk cId="2581402765" sldId="263"/>
        </pc:sldMkLst>
        <pc:spChg chg="mod">
          <ac:chgData name="D'onofrio, Matthew V" userId="S::mdonofrio7@gatech.edu::ba1e9f7e-ff91-4998-9b4f-42dd9f4e414a" providerId="AD" clId="Web-{5ECA19D4-7628-1638-6CB9-4A699263E402}" dt="2020-09-08T19:24:13.940" v="66" actId="20577"/>
          <ac:spMkLst>
            <pc:docMk/>
            <pc:sldMk cId="2581402765" sldId="263"/>
            <ac:spMk id="3" creationId="{B97C81C1-C9B7-4CD2-8D27-DB252B96EBE0}"/>
          </ac:spMkLst>
        </pc:spChg>
      </pc:sldChg>
      <pc:sldChg chg="modSp">
        <pc:chgData name="D'onofrio, Matthew V" userId="S::mdonofrio7@gatech.edu::ba1e9f7e-ff91-4998-9b4f-42dd9f4e414a" providerId="AD" clId="Web-{5ECA19D4-7628-1638-6CB9-4A699263E402}" dt="2020-09-08T19:24:55.957" v="89" actId="20577"/>
        <pc:sldMkLst>
          <pc:docMk/>
          <pc:sldMk cId="1216129270" sldId="264"/>
        </pc:sldMkLst>
        <pc:spChg chg="mod">
          <ac:chgData name="D'onofrio, Matthew V" userId="S::mdonofrio7@gatech.edu::ba1e9f7e-ff91-4998-9b4f-42dd9f4e414a" providerId="AD" clId="Web-{5ECA19D4-7628-1638-6CB9-4A699263E402}" dt="2020-09-08T19:24:55.957" v="89" actId="20577"/>
          <ac:spMkLst>
            <pc:docMk/>
            <pc:sldMk cId="1216129270" sldId="264"/>
            <ac:spMk id="3" creationId="{837B93E7-C09F-4979-99A9-E88FCE2FD44B}"/>
          </ac:spMkLst>
        </pc:spChg>
      </pc:sldChg>
      <pc:sldChg chg="modSp">
        <pc:chgData name="D'onofrio, Matthew V" userId="S::mdonofrio7@gatech.edu::ba1e9f7e-ff91-4998-9b4f-42dd9f4e414a" providerId="AD" clId="Web-{5ECA19D4-7628-1638-6CB9-4A699263E402}" dt="2020-09-08T19:16:15.583" v="8" actId="20577"/>
        <pc:sldMkLst>
          <pc:docMk/>
          <pc:sldMk cId="282607938" sldId="279"/>
        </pc:sldMkLst>
        <pc:spChg chg="mod">
          <ac:chgData name="D'onofrio, Matthew V" userId="S::mdonofrio7@gatech.edu::ba1e9f7e-ff91-4998-9b4f-42dd9f4e414a" providerId="AD" clId="Web-{5ECA19D4-7628-1638-6CB9-4A699263E402}" dt="2020-09-08T19:16:15.583" v="8" actId="20577"/>
          <ac:spMkLst>
            <pc:docMk/>
            <pc:sldMk cId="282607938" sldId="279"/>
            <ac:spMk id="3" creationId="{CA1D8D49-D5F5-4CF5-BEA3-D61F1D81CC7B}"/>
          </ac:spMkLst>
        </pc:spChg>
      </pc:sldChg>
      <pc:sldChg chg="modSp">
        <pc:chgData name="D'onofrio, Matthew V" userId="S::mdonofrio7@gatech.edu::ba1e9f7e-ff91-4998-9b4f-42dd9f4e414a" providerId="AD" clId="Web-{5ECA19D4-7628-1638-6CB9-4A699263E402}" dt="2020-09-08T19:17:30.772" v="18" actId="20577"/>
        <pc:sldMkLst>
          <pc:docMk/>
          <pc:sldMk cId="2856332301" sldId="283"/>
        </pc:sldMkLst>
        <pc:spChg chg="mod">
          <ac:chgData name="D'onofrio, Matthew V" userId="S::mdonofrio7@gatech.edu::ba1e9f7e-ff91-4998-9b4f-42dd9f4e414a" providerId="AD" clId="Web-{5ECA19D4-7628-1638-6CB9-4A699263E402}" dt="2020-09-08T19:17:30.772" v="18" actId="20577"/>
          <ac:spMkLst>
            <pc:docMk/>
            <pc:sldMk cId="2856332301" sldId="283"/>
            <ac:spMk id="3" creationId="{CA1D8D49-D5F5-4CF5-BEA3-D61F1D81CC7B}"/>
          </ac:spMkLst>
        </pc:spChg>
      </pc:sldChg>
      <pc:sldChg chg="modSp">
        <pc:chgData name="D'onofrio, Matthew V" userId="S::mdonofrio7@gatech.edu::ba1e9f7e-ff91-4998-9b4f-42dd9f4e414a" providerId="AD" clId="Web-{5ECA19D4-7628-1638-6CB9-4A699263E402}" dt="2020-09-08T19:49:13.157" v="116" actId="20577"/>
        <pc:sldMkLst>
          <pc:docMk/>
          <pc:sldMk cId="3616149677" sldId="284"/>
        </pc:sldMkLst>
        <pc:spChg chg="mod">
          <ac:chgData name="D'onofrio, Matthew V" userId="S::mdonofrio7@gatech.edu::ba1e9f7e-ff91-4998-9b4f-42dd9f4e414a" providerId="AD" clId="Web-{5ECA19D4-7628-1638-6CB9-4A699263E402}" dt="2020-09-08T19:49:13.157" v="116" actId="20577"/>
          <ac:spMkLst>
            <pc:docMk/>
            <pc:sldMk cId="3616149677" sldId="284"/>
            <ac:spMk id="3" creationId="{837B93E7-C09F-4979-99A9-E88FCE2FD44B}"/>
          </ac:spMkLst>
        </pc:spChg>
      </pc:sldChg>
      <pc:sldChg chg="modSp">
        <pc:chgData name="D'onofrio, Matthew V" userId="S::mdonofrio7@gatech.edu::ba1e9f7e-ff91-4998-9b4f-42dd9f4e414a" providerId="AD" clId="Web-{5ECA19D4-7628-1638-6CB9-4A699263E402}" dt="2020-09-08T19:51:04.597" v="123" actId="20577"/>
        <pc:sldMkLst>
          <pc:docMk/>
          <pc:sldMk cId="2006005786" sldId="285"/>
        </pc:sldMkLst>
        <pc:spChg chg="mod">
          <ac:chgData name="D'onofrio, Matthew V" userId="S::mdonofrio7@gatech.edu::ba1e9f7e-ff91-4998-9b4f-42dd9f4e414a" providerId="AD" clId="Web-{5ECA19D4-7628-1638-6CB9-4A699263E402}" dt="2020-09-08T19:51:04.597" v="123" actId="20577"/>
          <ac:spMkLst>
            <pc:docMk/>
            <pc:sldMk cId="2006005786" sldId="285"/>
            <ac:spMk id="3" creationId="{837B93E7-C09F-4979-99A9-E88FCE2FD44B}"/>
          </ac:spMkLst>
        </pc:spChg>
      </pc:sldChg>
    </pc:docChg>
  </pc:docChgLst>
  <pc:docChgLst>
    <pc:chgData name="Anyanwu, Ndubusi J" userId="S::nanyanwu3@gatech.edu::13aa1786-72a2-4171-b594-604d2e8a0e69" providerId="AD" clId="Web-{6B225490-6911-EF0A-5190-BB0E97DA304A}"/>
    <pc:docChg chg="addSld delSld modSld sldOrd">
      <pc:chgData name="Anyanwu, Ndubusi J" userId="S::nanyanwu3@gatech.edu::13aa1786-72a2-4171-b594-604d2e8a0e69" providerId="AD" clId="Web-{6B225490-6911-EF0A-5190-BB0E97DA304A}" dt="2020-09-08T04:35:50.503" v="1922"/>
      <pc:docMkLst>
        <pc:docMk/>
      </pc:docMkLst>
      <pc:sldChg chg="modSp">
        <pc:chgData name="Anyanwu, Ndubusi J" userId="S::nanyanwu3@gatech.edu::13aa1786-72a2-4171-b594-604d2e8a0e69" providerId="AD" clId="Web-{6B225490-6911-EF0A-5190-BB0E97DA304A}" dt="2020-09-08T04:25:31.545" v="959" actId="20577"/>
        <pc:sldMkLst>
          <pc:docMk/>
          <pc:sldMk cId="1579089874" sldId="278"/>
        </pc:sldMkLst>
        <pc:spChg chg="mod">
          <ac:chgData name="Anyanwu, Ndubusi J" userId="S::nanyanwu3@gatech.edu::13aa1786-72a2-4171-b594-604d2e8a0e69" providerId="AD" clId="Web-{6B225490-6911-EF0A-5190-BB0E97DA304A}" dt="2020-09-08T04:25:31.545" v="959" actId="20577"/>
          <ac:spMkLst>
            <pc:docMk/>
            <pc:sldMk cId="1579089874" sldId="278"/>
            <ac:spMk id="3" creationId="{CA1D8D49-D5F5-4CF5-BEA3-D61F1D81CC7B}"/>
          </ac:spMkLst>
        </pc:spChg>
      </pc:sldChg>
      <pc:sldChg chg="modSp">
        <pc:chgData name="Anyanwu, Ndubusi J" userId="S::nanyanwu3@gatech.edu::13aa1786-72a2-4171-b594-604d2e8a0e69" providerId="AD" clId="Web-{6B225490-6911-EF0A-5190-BB0E97DA304A}" dt="2020-09-08T04:26:02.452" v="984" actId="20577"/>
        <pc:sldMkLst>
          <pc:docMk/>
          <pc:sldMk cId="282607938" sldId="279"/>
        </pc:sldMkLst>
        <pc:spChg chg="mod">
          <ac:chgData name="Anyanwu, Ndubusi J" userId="S::nanyanwu3@gatech.edu::13aa1786-72a2-4171-b594-604d2e8a0e69" providerId="AD" clId="Web-{6B225490-6911-EF0A-5190-BB0E97DA304A}" dt="2020-09-08T04:26:02.452" v="984" actId="20577"/>
          <ac:spMkLst>
            <pc:docMk/>
            <pc:sldMk cId="282607938" sldId="279"/>
            <ac:spMk id="3" creationId="{CA1D8D49-D5F5-4CF5-BEA3-D61F1D81CC7B}"/>
          </ac:spMkLst>
        </pc:spChg>
      </pc:sldChg>
      <pc:sldChg chg="modSp">
        <pc:chgData name="Anyanwu, Ndubusi J" userId="S::nanyanwu3@gatech.edu::13aa1786-72a2-4171-b594-604d2e8a0e69" providerId="AD" clId="Web-{6B225490-6911-EF0A-5190-BB0E97DA304A}" dt="2020-09-08T04:35:45.362" v="1920" actId="20577"/>
        <pc:sldMkLst>
          <pc:docMk/>
          <pc:sldMk cId="3416780677" sldId="281"/>
        </pc:sldMkLst>
        <pc:spChg chg="mod">
          <ac:chgData name="Anyanwu, Ndubusi J" userId="S::nanyanwu3@gatech.edu::13aa1786-72a2-4171-b594-604d2e8a0e69" providerId="AD" clId="Web-{6B225490-6911-EF0A-5190-BB0E97DA304A}" dt="2020-09-08T04:35:45.362" v="1920" actId="20577"/>
          <ac:spMkLst>
            <pc:docMk/>
            <pc:sldMk cId="3416780677" sldId="281"/>
            <ac:spMk id="3" creationId="{CA1D8D49-D5F5-4CF5-BEA3-D61F1D81CC7B}"/>
          </ac:spMkLst>
        </pc:spChg>
      </pc:sldChg>
      <pc:sldChg chg="new del">
        <pc:chgData name="Anyanwu, Ndubusi J" userId="S::nanyanwu3@gatech.edu::13aa1786-72a2-4171-b594-604d2e8a0e69" providerId="AD" clId="Web-{6B225490-6911-EF0A-5190-BB0E97DA304A}" dt="2020-09-08T04:28:01.798" v="988"/>
        <pc:sldMkLst>
          <pc:docMk/>
          <pc:sldMk cId="2407527395" sldId="282"/>
        </pc:sldMkLst>
      </pc:sldChg>
      <pc:sldChg chg="modSp new ord">
        <pc:chgData name="Anyanwu, Ndubusi J" userId="S::nanyanwu3@gatech.edu::13aa1786-72a2-4171-b594-604d2e8a0e69" providerId="AD" clId="Web-{6B225490-6911-EF0A-5190-BB0E97DA304A}" dt="2020-09-08T04:35:50.503" v="1922"/>
        <pc:sldMkLst>
          <pc:docMk/>
          <pc:sldMk cId="3404696547" sldId="282"/>
        </pc:sldMkLst>
        <pc:spChg chg="mod">
          <ac:chgData name="Anyanwu, Ndubusi J" userId="S::nanyanwu3@gatech.edu::13aa1786-72a2-4171-b594-604d2e8a0e69" providerId="AD" clId="Web-{6B225490-6911-EF0A-5190-BB0E97DA304A}" dt="2020-09-08T04:28:17.892" v="992" actId="20577"/>
          <ac:spMkLst>
            <pc:docMk/>
            <pc:sldMk cId="3404696547" sldId="282"/>
            <ac:spMk id="2" creationId="{372157EC-5B58-4D8B-AE64-3043FC6EBB9D}"/>
          </ac:spMkLst>
        </pc:spChg>
        <pc:spChg chg="mod">
          <ac:chgData name="Anyanwu, Ndubusi J" userId="S::nanyanwu3@gatech.edu::13aa1786-72a2-4171-b594-604d2e8a0e69" providerId="AD" clId="Web-{6B225490-6911-EF0A-5190-BB0E97DA304A}" dt="2020-09-08T04:29:11.049" v="1094" actId="20577"/>
          <ac:spMkLst>
            <pc:docMk/>
            <pc:sldMk cId="3404696547" sldId="282"/>
            <ac:spMk id="3" creationId="{055B1A42-A0C2-4F0E-847F-716E22D96668}"/>
          </ac:spMkLst>
        </pc:spChg>
      </pc:sldChg>
    </pc:docChg>
  </pc:docChgLst>
  <pc:docChgLst>
    <pc:chgData name="Monnett, Erin S" userId="S::emonnett3@gatech.edu::9a1a4c1c-1c40-4f26-8289-9546ecb2afcc" providerId="AD" clId="Web-{F7E6BBDD-B6F5-C45C-5A0A-7FA49C8AFC24}"/>
    <pc:docChg chg="modSld">
      <pc:chgData name="Monnett, Erin S" userId="S::emonnett3@gatech.edu::9a1a4c1c-1c40-4f26-8289-9546ecb2afcc" providerId="AD" clId="Web-{F7E6BBDD-B6F5-C45C-5A0A-7FA49C8AFC24}" dt="2020-09-08T16:39:35.663" v="56" actId="1076"/>
      <pc:docMkLst>
        <pc:docMk/>
      </pc:docMkLst>
      <pc:sldChg chg="modSp">
        <pc:chgData name="Monnett, Erin S" userId="S::emonnett3@gatech.edu::9a1a4c1c-1c40-4f26-8289-9546ecb2afcc" providerId="AD" clId="Web-{F7E6BBDD-B6F5-C45C-5A0A-7FA49C8AFC24}" dt="2020-09-08T16:33:45.051" v="4" actId="20577"/>
        <pc:sldMkLst>
          <pc:docMk/>
          <pc:sldMk cId="68219366" sldId="262"/>
        </pc:sldMkLst>
        <pc:spChg chg="mod">
          <ac:chgData name="Monnett, Erin S" userId="S::emonnett3@gatech.edu::9a1a4c1c-1c40-4f26-8289-9546ecb2afcc" providerId="AD" clId="Web-{F7E6BBDD-B6F5-C45C-5A0A-7FA49C8AFC24}" dt="2020-09-08T16:33:45.051" v="4" actId="20577"/>
          <ac:spMkLst>
            <pc:docMk/>
            <pc:sldMk cId="68219366" sldId="262"/>
            <ac:spMk id="3" creationId="{49C73399-21A7-443E-A6C2-C9F1EA54CA9D}"/>
          </ac:spMkLst>
        </pc:spChg>
      </pc:sldChg>
      <pc:sldChg chg="addSp delSp modSp">
        <pc:chgData name="Monnett, Erin S" userId="S::emonnett3@gatech.edu::9a1a4c1c-1c40-4f26-8289-9546ecb2afcc" providerId="AD" clId="Web-{F7E6BBDD-B6F5-C45C-5A0A-7FA49C8AFC24}" dt="2020-09-08T16:35:40.416" v="33" actId="1076"/>
        <pc:sldMkLst>
          <pc:docMk/>
          <pc:sldMk cId="2463624077" sldId="265"/>
        </pc:sldMkLst>
        <pc:spChg chg="mod">
          <ac:chgData name="Monnett, Erin S" userId="S::emonnett3@gatech.edu::9a1a4c1c-1c40-4f26-8289-9546ecb2afcc" providerId="AD" clId="Web-{F7E6BBDD-B6F5-C45C-5A0A-7FA49C8AFC24}" dt="2020-09-08T16:35:31.572" v="27" actId="20577"/>
          <ac:spMkLst>
            <pc:docMk/>
            <pc:sldMk cId="2463624077" sldId="265"/>
            <ac:spMk id="3" creationId="{43B2A55F-51F3-4A25-90C3-EC80634762EA}"/>
          </ac:spMkLst>
        </pc:spChg>
        <pc:picChg chg="add del mod">
          <ac:chgData name="Monnett, Erin S" userId="S::emonnett3@gatech.edu::9a1a4c1c-1c40-4f26-8289-9546ecb2afcc" providerId="AD" clId="Web-{F7E6BBDD-B6F5-C45C-5A0A-7FA49C8AFC24}" dt="2020-09-08T16:34:51.539" v="10"/>
          <ac:picMkLst>
            <pc:docMk/>
            <pc:sldMk cId="2463624077" sldId="265"/>
            <ac:picMk id="4" creationId="{C005F55D-0691-406B-BA76-FB90C9810E48}"/>
          </ac:picMkLst>
        </pc:picChg>
        <pc:picChg chg="add mod">
          <ac:chgData name="Monnett, Erin S" userId="S::emonnett3@gatech.edu::9a1a4c1c-1c40-4f26-8289-9546ecb2afcc" providerId="AD" clId="Web-{F7E6BBDD-B6F5-C45C-5A0A-7FA49C8AFC24}" dt="2020-09-08T16:35:40.416" v="33" actId="1076"/>
          <ac:picMkLst>
            <pc:docMk/>
            <pc:sldMk cId="2463624077" sldId="265"/>
            <ac:picMk id="5" creationId="{3FD4491C-20B9-41C5-A44C-4C7642793A12}"/>
          </ac:picMkLst>
        </pc:picChg>
      </pc:sldChg>
      <pc:sldChg chg="addSp delSp modSp">
        <pc:chgData name="Monnett, Erin S" userId="S::emonnett3@gatech.edu::9a1a4c1c-1c40-4f26-8289-9546ecb2afcc" providerId="AD" clId="Web-{F7E6BBDD-B6F5-C45C-5A0A-7FA49C8AFC24}" dt="2020-09-08T16:39:35.663" v="56" actId="1076"/>
        <pc:sldMkLst>
          <pc:docMk/>
          <pc:sldMk cId="705473365" sldId="266"/>
        </pc:sldMkLst>
        <pc:spChg chg="del mod">
          <ac:chgData name="Monnett, Erin S" userId="S::emonnett3@gatech.edu::9a1a4c1c-1c40-4f26-8289-9546ecb2afcc" providerId="AD" clId="Web-{F7E6BBDD-B6F5-C45C-5A0A-7FA49C8AFC24}" dt="2020-09-08T16:37:33.172" v="37"/>
          <ac:spMkLst>
            <pc:docMk/>
            <pc:sldMk cId="705473365" sldId="266"/>
            <ac:spMk id="3" creationId="{8ED538F5-3001-4954-A4E1-162932AB61EF}"/>
          </ac:spMkLst>
        </pc:spChg>
        <pc:spChg chg="add del mod">
          <ac:chgData name="Monnett, Erin S" userId="S::emonnett3@gatech.edu::9a1a4c1c-1c40-4f26-8289-9546ecb2afcc" providerId="AD" clId="Web-{F7E6BBDD-B6F5-C45C-5A0A-7FA49C8AFC24}" dt="2020-09-08T16:38:31.784" v="49"/>
          <ac:spMkLst>
            <pc:docMk/>
            <pc:sldMk cId="705473365" sldId="266"/>
            <ac:spMk id="6" creationId="{9D658874-D951-4E73-8D8B-F0278D398A85}"/>
          </ac:spMkLst>
        </pc:spChg>
        <pc:spChg chg="add mod">
          <ac:chgData name="Monnett, Erin S" userId="S::emonnett3@gatech.edu::9a1a4c1c-1c40-4f26-8289-9546ecb2afcc" providerId="AD" clId="Web-{F7E6BBDD-B6F5-C45C-5A0A-7FA49C8AFC24}" dt="2020-09-08T16:39:35.663" v="56" actId="1076"/>
          <ac:spMkLst>
            <pc:docMk/>
            <pc:sldMk cId="705473365" sldId="266"/>
            <ac:spMk id="10" creationId="{BCC21E4D-EE69-43F4-ADAE-88FF882A3661}"/>
          </ac:spMkLst>
        </pc:spChg>
        <pc:picChg chg="add del mod ord">
          <ac:chgData name="Monnett, Erin S" userId="S::emonnett3@gatech.edu::9a1a4c1c-1c40-4f26-8289-9546ecb2afcc" providerId="AD" clId="Web-{F7E6BBDD-B6F5-C45C-5A0A-7FA49C8AFC24}" dt="2020-09-08T16:37:34.235" v="42"/>
          <ac:picMkLst>
            <pc:docMk/>
            <pc:sldMk cId="705473365" sldId="266"/>
            <ac:picMk id="4" creationId="{05BF7A2B-D709-4DE2-820A-8DD60B7A4759}"/>
          </ac:picMkLst>
        </pc:picChg>
        <pc:picChg chg="add del mod ord">
          <ac:chgData name="Monnett, Erin S" userId="S::emonnett3@gatech.edu::9a1a4c1c-1c40-4f26-8289-9546ecb2afcc" providerId="AD" clId="Web-{F7E6BBDD-B6F5-C45C-5A0A-7FA49C8AFC24}" dt="2020-09-08T16:38:07.033" v="48"/>
          <ac:picMkLst>
            <pc:docMk/>
            <pc:sldMk cId="705473365" sldId="266"/>
            <ac:picMk id="7" creationId="{A4C84F69-7F1A-45AC-A59F-25F3765972FD}"/>
          </ac:picMkLst>
        </pc:picChg>
        <pc:picChg chg="add mod ord">
          <ac:chgData name="Monnett, Erin S" userId="S::emonnett3@gatech.edu::9a1a4c1c-1c40-4f26-8289-9546ecb2afcc" providerId="AD" clId="Web-{F7E6BBDD-B6F5-C45C-5A0A-7FA49C8AFC24}" dt="2020-09-08T16:38:39.785" v="50" actId="1076"/>
          <ac:picMkLst>
            <pc:docMk/>
            <pc:sldMk cId="705473365" sldId="266"/>
            <ac:picMk id="8" creationId="{5DF0F14D-922D-4547-A49B-A11174DCAADA}"/>
          </ac:picMkLst>
        </pc:picChg>
        <pc:picChg chg="add mod">
          <ac:chgData name="Monnett, Erin S" userId="S::emonnett3@gatech.edu::9a1a4c1c-1c40-4f26-8289-9546ecb2afcc" providerId="AD" clId="Web-{F7E6BBDD-B6F5-C45C-5A0A-7FA49C8AFC24}" dt="2020-09-08T16:39:14.552" v="53" actId="1076"/>
          <ac:picMkLst>
            <pc:docMk/>
            <pc:sldMk cId="705473365" sldId="266"/>
            <ac:picMk id="9" creationId="{AA045561-3797-4056-86DA-5F87EFD5F662}"/>
          </ac:picMkLst>
        </pc:picChg>
      </pc:sldChg>
    </pc:docChg>
  </pc:docChgLst>
  <pc:docChgLst>
    <pc:chgData name="D'onofrio, Matthew V" userId="S::mdonofrio7@gatech.edu::ba1e9f7e-ff91-4998-9b4f-42dd9f4e414a" providerId="AD" clId="Web-{BFBFC650-9A2E-9651-57F9-36B4599B2336}"/>
    <pc:docChg chg="modSld">
      <pc:chgData name="D'onofrio, Matthew V" userId="S::mdonofrio7@gatech.edu::ba1e9f7e-ff91-4998-9b4f-42dd9f4e414a" providerId="AD" clId="Web-{BFBFC650-9A2E-9651-57F9-36B4599B2336}" dt="2020-09-07T23:21:43.787" v="4708" actId="20577"/>
      <pc:docMkLst>
        <pc:docMk/>
      </pc:docMkLst>
      <pc:sldChg chg="modSp">
        <pc:chgData name="D'onofrio, Matthew V" userId="S::mdonofrio7@gatech.edu::ba1e9f7e-ff91-4998-9b4f-42dd9f4e414a" providerId="AD" clId="Web-{BFBFC650-9A2E-9651-57F9-36B4599B2336}" dt="2020-09-07T18:08:40.953" v="2093" actId="20577"/>
        <pc:sldMkLst>
          <pc:docMk/>
          <pc:sldMk cId="313319162" sldId="257"/>
        </pc:sldMkLst>
        <pc:spChg chg="mod">
          <ac:chgData name="D'onofrio, Matthew V" userId="S::mdonofrio7@gatech.edu::ba1e9f7e-ff91-4998-9b4f-42dd9f4e414a" providerId="AD" clId="Web-{BFBFC650-9A2E-9651-57F9-36B4599B2336}" dt="2020-09-07T18:08:40.953" v="2093" actId="20577"/>
          <ac:spMkLst>
            <pc:docMk/>
            <pc:sldMk cId="313319162" sldId="257"/>
            <ac:spMk id="3" creationId="{17DF0E74-B594-4252-80D4-A8FB1FD0563B}"/>
          </ac:spMkLst>
        </pc:spChg>
      </pc:sldChg>
      <pc:sldChg chg="modSp">
        <pc:chgData name="D'onofrio, Matthew V" userId="S::mdonofrio7@gatech.edu::ba1e9f7e-ff91-4998-9b4f-42dd9f4e414a" providerId="AD" clId="Web-{BFBFC650-9A2E-9651-57F9-36B4599B2336}" dt="2020-09-07T23:15:08.481" v="4265" actId="20577"/>
        <pc:sldMkLst>
          <pc:docMk/>
          <pc:sldMk cId="1030611485" sldId="258"/>
        </pc:sldMkLst>
        <pc:spChg chg="mod">
          <ac:chgData name="D'onofrio, Matthew V" userId="S::mdonofrio7@gatech.edu::ba1e9f7e-ff91-4998-9b4f-42dd9f4e414a" providerId="AD" clId="Web-{BFBFC650-9A2E-9651-57F9-36B4599B2336}" dt="2020-09-07T23:15:08.481" v="4265" actId="20577"/>
          <ac:spMkLst>
            <pc:docMk/>
            <pc:sldMk cId="1030611485" sldId="258"/>
            <ac:spMk id="3" creationId="{3907A789-3D61-4B3E-82DB-55ADE8838B17}"/>
          </ac:spMkLst>
        </pc:spChg>
      </pc:sldChg>
      <pc:sldChg chg="modSp">
        <pc:chgData name="D'onofrio, Matthew V" userId="S::mdonofrio7@gatech.edu::ba1e9f7e-ff91-4998-9b4f-42dd9f4e414a" providerId="AD" clId="Web-{BFBFC650-9A2E-9651-57F9-36B4599B2336}" dt="2020-09-07T18:25:05.309" v="2432" actId="20577"/>
        <pc:sldMkLst>
          <pc:docMk/>
          <pc:sldMk cId="3969283043" sldId="267"/>
        </pc:sldMkLst>
        <pc:spChg chg="mod">
          <ac:chgData name="D'onofrio, Matthew V" userId="S::mdonofrio7@gatech.edu::ba1e9f7e-ff91-4998-9b4f-42dd9f4e414a" providerId="AD" clId="Web-{BFBFC650-9A2E-9651-57F9-36B4599B2336}" dt="2020-09-07T16:48:52.745" v="133" actId="20577"/>
          <ac:spMkLst>
            <pc:docMk/>
            <pc:sldMk cId="3969283043" sldId="267"/>
            <ac:spMk id="2" creationId="{87F2A340-63F4-42E2-9A3B-DA69289229DD}"/>
          </ac:spMkLst>
        </pc:spChg>
        <pc:spChg chg="mod">
          <ac:chgData name="D'onofrio, Matthew V" userId="S::mdonofrio7@gatech.edu::ba1e9f7e-ff91-4998-9b4f-42dd9f4e414a" providerId="AD" clId="Web-{BFBFC650-9A2E-9651-57F9-36B4599B2336}" dt="2020-09-07T18:25:05.309" v="2432" actId="20577"/>
          <ac:spMkLst>
            <pc:docMk/>
            <pc:sldMk cId="3969283043" sldId="267"/>
            <ac:spMk id="3" creationId="{8EB4356F-1A48-4C81-A02E-A3F75791A4D2}"/>
          </ac:spMkLst>
        </pc:spChg>
      </pc:sldChg>
      <pc:sldChg chg="modSp">
        <pc:chgData name="D'onofrio, Matthew V" userId="S::mdonofrio7@gatech.edu::ba1e9f7e-ff91-4998-9b4f-42dd9f4e414a" providerId="AD" clId="Web-{BFBFC650-9A2E-9651-57F9-36B4599B2336}" dt="2020-09-07T18:31:24.389" v="2519" actId="20577"/>
        <pc:sldMkLst>
          <pc:docMk/>
          <pc:sldMk cId="1247135170" sldId="268"/>
        </pc:sldMkLst>
        <pc:spChg chg="mod">
          <ac:chgData name="D'onofrio, Matthew V" userId="S::mdonofrio7@gatech.edu::ba1e9f7e-ff91-4998-9b4f-42dd9f4e414a" providerId="AD" clId="Web-{BFBFC650-9A2E-9651-57F9-36B4599B2336}" dt="2020-09-07T16:47:58.667" v="113" actId="20577"/>
          <ac:spMkLst>
            <pc:docMk/>
            <pc:sldMk cId="1247135170" sldId="268"/>
            <ac:spMk id="2" creationId="{AE2F571D-211A-47C0-9C55-E40CE1037B67}"/>
          </ac:spMkLst>
        </pc:spChg>
        <pc:spChg chg="mod">
          <ac:chgData name="D'onofrio, Matthew V" userId="S::mdonofrio7@gatech.edu::ba1e9f7e-ff91-4998-9b4f-42dd9f4e414a" providerId="AD" clId="Web-{BFBFC650-9A2E-9651-57F9-36B4599B2336}" dt="2020-09-07T18:31:24.389" v="2519" actId="20577"/>
          <ac:spMkLst>
            <pc:docMk/>
            <pc:sldMk cId="1247135170" sldId="268"/>
            <ac:spMk id="3" creationId="{5191493B-3A95-4EBB-8C39-79B9F54C1629}"/>
          </ac:spMkLst>
        </pc:spChg>
      </pc:sldChg>
      <pc:sldChg chg="modSp modNotes">
        <pc:chgData name="D'onofrio, Matthew V" userId="S::mdonofrio7@gatech.edu::ba1e9f7e-ff91-4998-9b4f-42dd9f4e414a" providerId="AD" clId="Web-{BFBFC650-9A2E-9651-57F9-36B4599B2336}" dt="2020-09-07T18:13:21.531" v="2136" actId="20577"/>
        <pc:sldMkLst>
          <pc:docMk/>
          <pc:sldMk cId="796266992" sldId="269"/>
        </pc:sldMkLst>
        <pc:spChg chg="mod">
          <ac:chgData name="D'onofrio, Matthew V" userId="S::mdonofrio7@gatech.edu::ba1e9f7e-ff91-4998-9b4f-42dd9f4e414a" providerId="AD" clId="Web-{BFBFC650-9A2E-9651-57F9-36B4599B2336}" dt="2020-09-07T16:53:44.494" v="208" actId="20577"/>
          <ac:spMkLst>
            <pc:docMk/>
            <pc:sldMk cId="796266992" sldId="269"/>
            <ac:spMk id="2" creationId="{ED0B655D-7071-4A66-8535-327006B01A1B}"/>
          </ac:spMkLst>
        </pc:spChg>
        <pc:spChg chg="mod">
          <ac:chgData name="D'onofrio, Matthew V" userId="S::mdonofrio7@gatech.edu::ba1e9f7e-ff91-4998-9b4f-42dd9f4e414a" providerId="AD" clId="Web-{BFBFC650-9A2E-9651-57F9-36B4599B2336}" dt="2020-09-07T18:13:21.531" v="2136" actId="20577"/>
          <ac:spMkLst>
            <pc:docMk/>
            <pc:sldMk cId="796266992" sldId="269"/>
            <ac:spMk id="3" creationId="{717ECB92-7EC4-4E36-9DF2-EBF21E767B86}"/>
          </ac:spMkLst>
        </pc:spChg>
      </pc:sldChg>
      <pc:sldChg chg="modSp">
        <pc:chgData name="D'onofrio, Matthew V" userId="S::mdonofrio7@gatech.edu::ba1e9f7e-ff91-4998-9b4f-42dd9f4e414a" providerId="AD" clId="Web-{BFBFC650-9A2E-9651-57F9-36B4599B2336}" dt="2020-09-07T18:13:04.656" v="2133" actId="20577"/>
        <pc:sldMkLst>
          <pc:docMk/>
          <pc:sldMk cId="3099209057" sldId="270"/>
        </pc:sldMkLst>
        <pc:spChg chg="mod">
          <ac:chgData name="D'onofrio, Matthew V" userId="S::mdonofrio7@gatech.edu::ba1e9f7e-ff91-4998-9b4f-42dd9f4e414a" providerId="AD" clId="Web-{BFBFC650-9A2E-9651-57F9-36B4599B2336}" dt="2020-09-07T17:58:04.284" v="1690" actId="20577"/>
          <ac:spMkLst>
            <pc:docMk/>
            <pc:sldMk cId="3099209057" sldId="270"/>
            <ac:spMk id="2" creationId="{DCC6B09C-3D9E-447A-BABD-698A6BC4C067}"/>
          </ac:spMkLst>
        </pc:spChg>
        <pc:spChg chg="mod">
          <ac:chgData name="D'onofrio, Matthew V" userId="S::mdonofrio7@gatech.edu::ba1e9f7e-ff91-4998-9b4f-42dd9f4e414a" providerId="AD" clId="Web-{BFBFC650-9A2E-9651-57F9-36B4599B2336}" dt="2020-09-07T18:13:04.656" v="2133" actId="20577"/>
          <ac:spMkLst>
            <pc:docMk/>
            <pc:sldMk cId="3099209057" sldId="270"/>
            <ac:spMk id="3" creationId="{FA9CB19C-5890-4787-9D4A-42E562A5F8A7}"/>
          </ac:spMkLst>
        </pc:spChg>
      </pc:sldChg>
      <pc:sldChg chg="modSp">
        <pc:chgData name="D'onofrio, Matthew V" userId="S::mdonofrio7@gatech.edu::ba1e9f7e-ff91-4998-9b4f-42dd9f4e414a" providerId="AD" clId="Web-{BFBFC650-9A2E-9651-57F9-36B4599B2336}" dt="2020-09-07T18:11:29.156" v="2110" actId="20577"/>
        <pc:sldMkLst>
          <pc:docMk/>
          <pc:sldMk cId="3534427092" sldId="271"/>
        </pc:sldMkLst>
        <pc:spChg chg="mod">
          <ac:chgData name="D'onofrio, Matthew V" userId="S::mdonofrio7@gatech.edu::ba1e9f7e-ff91-4998-9b4f-42dd9f4e414a" providerId="AD" clId="Web-{BFBFC650-9A2E-9651-57F9-36B4599B2336}" dt="2020-09-07T16:33:42.356" v="49" actId="20577"/>
          <ac:spMkLst>
            <pc:docMk/>
            <pc:sldMk cId="3534427092" sldId="271"/>
            <ac:spMk id="2" creationId="{86A345C1-27D4-493F-BAC7-0AC919D91CFC}"/>
          </ac:spMkLst>
        </pc:spChg>
        <pc:spChg chg="mod">
          <ac:chgData name="D'onofrio, Matthew V" userId="S::mdonofrio7@gatech.edu::ba1e9f7e-ff91-4998-9b4f-42dd9f4e414a" providerId="AD" clId="Web-{BFBFC650-9A2E-9651-57F9-36B4599B2336}" dt="2020-09-07T18:11:29.156" v="2110" actId="20577"/>
          <ac:spMkLst>
            <pc:docMk/>
            <pc:sldMk cId="3534427092" sldId="271"/>
            <ac:spMk id="3" creationId="{B9BD071A-6C74-4947-BC2D-1DFD7D6DBE55}"/>
          </ac:spMkLst>
        </pc:spChg>
      </pc:sldChg>
      <pc:sldChg chg="modSp">
        <pc:chgData name="D'onofrio, Matthew V" userId="S::mdonofrio7@gatech.edu::ba1e9f7e-ff91-4998-9b4f-42dd9f4e414a" providerId="AD" clId="Web-{BFBFC650-9A2E-9651-57F9-36B4599B2336}" dt="2020-09-07T22:51:07.298" v="3547" actId="20577"/>
        <pc:sldMkLst>
          <pc:docMk/>
          <pc:sldMk cId="4293347560" sldId="272"/>
        </pc:sldMkLst>
        <pc:spChg chg="mod">
          <ac:chgData name="D'onofrio, Matthew V" userId="S::mdonofrio7@gatech.edu::ba1e9f7e-ff91-4998-9b4f-42dd9f4e414a" providerId="AD" clId="Web-{BFBFC650-9A2E-9651-57F9-36B4599B2336}" dt="2020-09-07T22:51:07.298" v="3547" actId="20577"/>
          <ac:spMkLst>
            <pc:docMk/>
            <pc:sldMk cId="4293347560" sldId="272"/>
            <ac:spMk id="3" creationId="{78CF521B-4F08-4C89-9DF2-5CFDC2F30593}"/>
          </ac:spMkLst>
        </pc:spChg>
      </pc:sldChg>
      <pc:sldChg chg="modSp">
        <pc:chgData name="D'onofrio, Matthew V" userId="S::mdonofrio7@gatech.edu::ba1e9f7e-ff91-4998-9b4f-42dd9f4e414a" providerId="AD" clId="Web-{BFBFC650-9A2E-9651-57F9-36B4599B2336}" dt="2020-09-07T22:54:55.302" v="3556" actId="20577"/>
        <pc:sldMkLst>
          <pc:docMk/>
          <pc:sldMk cId="3175171630" sldId="273"/>
        </pc:sldMkLst>
        <pc:spChg chg="mod">
          <ac:chgData name="D'onofrio, Matthew V" userId="S::mdonofrio7@gatech.edu::ba1e9f7e-ff91-4998-9b4f-42dd9f4e414a" providerId="AD" clId="Web-{BFBFC650-9A2E-9651-57F9-36B4599B2336}" dt="2020-09-07T22:00:13.345" v="3048" actId="20577"/>
          <ac:spMkLst>
            <pc:docMk/>
            <pc:sldMk cId="3175171630" sldId="273"/>
            <ac:spMk id="2" creationId="{BE5B130B-35E2-4324-A469-8281F94B7A3D}"/>
          </ac:spMkLst>
        </pc:spChg>
        <pc:spChg chg="mod">
          <ac:chgData name="D'onofrio, Matthew V" userId="S::mdonofrio7@gatech.edu::ba1e9f7e-ff91-4998-9b4f-42dd9f4e414a" providerId="AD" clId="Web-{BFBFC650-9A2E-9651-57F9-36B4599B2336}" dt="2020-09-07T22:54:55.302" v="3556" actId="20577"/>
          <ac:spMkLst>
            <pc:docMk/>
            <pc:sldMk cId="3175171630" sldId="273"/>
            <ac:spMk id="3" creationId="{6EAD05ED-7BF7-4268-8BEF-4BA2C6D7A8BE}"/>
          </ac:spMkLst>
        </pc:spChg>
      </pc:sldChg>
      <pc:sldChg chg="modSp">
        <pc:chgData name="D'onofrio, Matthew V" userId="S::mdonofrio7@gatech.edu::ba1e9f7e-ff91-4998-9b4f-42dd9f4e414a" providerId="AD" clId="Web-{BFBFC650-9A2E-9651-57F9-36B4599B2336}" dt="2020-09-07T23:21:43.772" v="4707" actId="20577"/>
        <pc:sldMkLst>
          <pc:docMk/>
          <pc:sldMk cId="2243113256" sldId="274"/>
        </pc:sldMkLst>
        <pc:spChg chg="mod">
          <ac:chgData name="D'onofrio, Matthew V" userId="S::mdonofrio7@gatech.edu::ba1e9f7e-ff91-4998-9b4f-42dd9f4e414a" providerId="AD" clId="Web-{BFBFC650-9A2E-9651-57F9-36B4599B2336}" dt="2020-09-07T22:59:02.822" v="3597" actId="20577"/>
          <ac:spMkLst>
            <pc:docMk/>
            <pc:sldMk cId="2243113256" sldId="274"/>
            <ac:spMk id="2" creationId="{C061EC3C-9E5C-40EF-8563-6CF2D3BB26C5}"/>
          </ac:spMkLst>
        </pc:spChg>
        <pc:spChg chg="mod">
          <ac:chgData name="D'onofrio, Matthew V" userId="S::mdonofrio7@gatech.edu::ba1e9f7e-ff91-4998-9b4f-42dd9f4e414a" providerId="AD" clId="Web-{BFBFC650-9A2E-9651-57F9-36B4599B2336}" dt="2020-09-07T23:21:43.772" v="4707" actId="20577"/>
          <ac:spMkLst>
            <pc:docMk/>
            <pc:sldMk cId="2243113256" sldId="274"/>
            <ac:spMk id="3" creationId="{693F51B5-CA7A-4E45-9BED-C51765B2AF40}"/>
          </ac:spMkLst>
        </pc:spChg>
      </pc:sldChg>
      <pc:sldChg chg="modSp">
        <pc:chgData name="D'onofrio, Matthew V" userId="S::mdonofrio7@gatech.edu::ba1e9f7e-ff91-4998-9b4f-42dd9f4e414a" providerId="AD" clId="Web-{BFBFC650-9A2E-9651-57F9-36B4599B2336}" dt="2020-09-07T23:16:15.610" v="4274" actId="20577"/>
        <pc:sldMkLst>
          <pc:docMk/>
          <pc:sldMk cId="1776708669" sldId="275"/>
        </pc:sldMkLst>
        <pc:spChg chg="mod">
          <ac:chgData name="D'onofrio, Matthew V" userId="S::mdonofrio7@gatech.edu::ba1e9f7e-ff91-4998-9b4f-42dd9f4e414a" providerId="AD" clId="Web-{BFBFC650-9A2E-9651-57F9-36B4599B2336}" dt="2020-09-07T22:57:26.477" v="3575" actId="20577"/>
          <ac:spMkLst>
            <pc:docMk/>
            <pc:sldMk cId="1776708669" sldId="275"/>
            <ac:spMk id="2" creationId="{DC1D210C-1515-4EF8-ACB2-E7E0849F72A6}"/>
          </ac:spMkLst>
        </pc:spChg>
        <pc:spChg chg="mod">
          <ac:chgData name="D'onofrio, Matthew V" userId="S::mdonofrio7@gatech.edu::ba1e9f7e-ff91-4998-9b4f-42dd9f4e414a" providerId="AD" clId="Web-{BFBFC650-9A2E-9651-57F9-36B4599B2336}" dt="2020-09-07T23:16:15.610" v="4274" actId="20577"/>
          <ac:spMkLst>
            <pc:docMk/>
            <pc:sldMk cId="1776708669" sldId="275"/>
            <ac:spMk id="3" creationId="{7AF99E9C-DFA5-437A-9B7C-DA3AABCA9A76}"/>
          </ac:spMkLst>
        </pc:spChg>
      </pc:sldChg>
    </pc:docChg>
  </pc:docChgLst>
  <pc:docChgLst>
    <pc:chgData name="D'onofrio, Matthew V" userId="S::mdonofrio7@gatech.edu::ba1e9f7e-ff91-4998-9b4f-42dd9f4e414a" providerId="AD" clId="Web-{971D4AA9-1E21-FD4C-DD1A-989B0ED166D8}"/>
    <pc:docChg chg="addSld modSld sldOrd">
      <pc:chgData name="D'onofrio, Matthew V" userId="S::mdonofrio7@gatech.edu::ba1e9f7e-ff91-4998-9b4f-42dd9f4e414a" providerId="AD" clId="Web-{971D4AA9-1E21-FD4C-DD1A-989B0ED166D8}" dt="2020-09-04T19:36:29.523" v="120" actId="20577"/>
      <pc:docMkLst>
        <pc:docMk/>
      </pc:docMkLst>
      <pc:sldChg chg="modSp">
        <pc:chgData name="D'onofrio, Matthew V" userId="S::mdonofrio7@gatech.edu::ba1e9f7e-ff91-4998-9b4f-42dd9f4e414a" providerId="AD" clId="Web-{971D4AA9-1E21-FD4C-DD1A-989B0ED166D8}" dt="2020-09-04T18:45:33.442" v="3"/>
        <pc:sldMkLst>
          <pc:docMk/>
          <pc:sldMk cId="109857222" sldId="256"/>
        </pc:sldMkLst>
        <pc:picChg chg="mod">
          <ac:chgData name="D'onofrio, Matthew V" userId="S::mdonofrio7@gatech.edu::ba1e9f7e-ff91-4998-9b4f-42dd9f4e414a" providerId="AD" clId="Web-{971D4AA9-1E21-FD4C-DD1A-989B0ED166D8}" dt="2020-09-04T18:45:33.442" v="3"/>
          <ac:picMkLst>
            <pc:docMk/>
            <pc:sldMk cId="109857222" sldId="256"/>
            <ac:picMk id="7" creationId="{FD0DD93B-3C91-40FA-B34B-1BA48A429232}"/>
          </ac:picMkLst>
        </pc:picChg>
      </pc:sldChg>
      <pc:sldChg chg="modSp new ord">
        <pc:chgData name="D'onofrio, Matthew V" userId="S::mdonofrio7@gatech.edu::ba1e9f7e-ff91-4998-9b4f-42dd9f4e414a" providerId="AD" clId="Web-{971D4AA9-1E21-FD4C-DD1A-989B0ED166D8}" dt="2020-09-04T19:36:29.523" v="119" actId="20577"/>
        <pc:sldMkLst>
          <pc:docMk/>
          <pc:sldMk cId="4293347560" sldId="272"/>
        </pc:sldMkLst>
        <pc:spChg chg="mod">
          <ac:chgData name="D'onofrio, Matthew V" userId="S::mdonofrio7@gatech.edu::ba1e9f7e-ff91-4998-9b4f-42dd9f4e414a" providerId="AD" clId="Web-{971D4AA9-1E21-FD4C-DD1A-989B0ED166D8}" dt="2020-09-04T19:36:02.569" v="102" actId="20577"/>
          <ac:spMkLst>
            <pc:docMk/>
            <pc:sldMk cId="4293347560" sldId="272"/>
            <ac:spMk id="2" creationId="{3CB47396-1C6F-4902-8EDB-9A4013BA7F95}"/>
          </ac:spMkLst>
        </pc:spChg>
        <pc:spChg chg="mod">
          <ac:chgData name="D'onofrio, Matthew V" userId="S::mdonofrio7@gatech.edu::ba1e9f7e-ff91-4998-9b4f-42dd9f4e414a" providerId="AD" clId="Web-{971D4AA9-1E21-FD4C-DD1A-989B0ED166D8}" dt="2020-09-04T19:36:29.523" v="119" actId="20577"/>
          <ac:spMkLst>
            <pc:docMk/>
            <pc:sldMk cId="4293347560" sldId="272"/>
            <ac:spMk id="3" creationId="{78CF521B-4F08-4C89-9DF2-5CFDC2F30593}"/>
          </ac:spMkLst>
        </pc:spChg>
      </pc:sldChg>
      <pc:sldChg chg="addSp delSp modSp new ord">
        <pc:chgData name="D'onofrio, Matthew V" userId="S::mdonofrio7@gatech.edu::ba1e9f7e-ff91-4998-9b4f-42dd9f4e414a" providerId="AD" clId="Web-{971D4AA9-1E21-FD4C-DD1A-989B0ED166D8}" dt="2020-09-04T19:13:55.003" v="47" actId="20577"/>
        <pc:sldMkLst>
          <pc:docMk/>
          <pc:sldMk cId="3175171630" sldId="273"/>
        </pc:sldMkLst>
        <pc:spChg chg="mod">
          <ac:chgData name="D'onofrio, Matthew V" userId="S::mdonofrio7@gatech.edu::ba1e9f7e-ff91-4998-9b4f-42dd9f4e414a" providerId="AD" clId="Web-{971D4AA9-1E21-FD4C-DD1A-989B0ED166D8}" dt="2020-09-04T19:13:55.003" v="47" actId="20577"/>
          <ac:spMkLst>
            <pc:docMk/>
            <pc:sldMk cId="3175171630" sldId="273"/>
            <ac:spMk id="2" creationId="{BE5B130B-35E2-4324-A469-8281F94B7A3D}"/>
          </ac:spMkLst>
        </pc:spChg>
        <pc:spChg chg="add del mod">
          <ac:chgData name="D'onofrio, Matthew V" userId="S::mdonofrio7@gatech.edu::ba1e9f7e-ff91-4998-9b4f-42dd9f4e414a" providerId="AD" clId="Web-{971D4AA9-1E21-FD4C-DD1A-989B0ED166D8}" dt="2020-09-04T18:47:57.306" v="16"/>
          <ac:spMkLst>
            <pc:docMk/>
            <pc:sldMk cId="3175171630" sldId="273"/>
            <ac:spMk id="4" creationId="{E416140F-8343-415F-A69B-BE374E04F78B}"/>
          </ac:spMkLst>
        </pc:spChg>
      </pc:sldChg>
      <pc:sldChg chg="modSp new ord">
        <pc:chgData name="D'onofrio, Matthew V" userId="S::mdonofrio7@gatech.edu::ba1e9f7e-ff91-4998-9b4f-42dd9f4e414a" providerId="AD" clId="Web-{971D4AA9-1E21-FD4C-DD1A-989B0ED166D8}" dt="2020-09-04T19:14:04.784" v="49" actId="20577"/>
        <pc:sldMkLst>
          <pc:docMk/>
          <pc:sldMk cId="2243113256" sldId="274"/>
        </pc:sldMkLst>
        <pc:spChg chg="mod">
          <ac:chgData name="D'onofrio, Matthew V" userId="S::mdonofrio7@gatech.edu::ba1e9f7e-ff91-4998-9b4f-42dd9f4e414a" providerId="AD" clId="Web-{971D4AA9-1E21-FD4C-DD1A-989B0ED166D8}" dt="2020-09-04T19:14:04.784" v="49" actId="20577"/>
          <ac:spMkLst>
            <pc:docMk/>
            <pc:sldMk cId="2243113256" sldId="274"/>
            <ac:spMk id="2" creationId="{C061EC3C-9E5C-40EF-8563-6CF2D3BB26C5}"/>
          </ac:spMkLst>
        </pc:spChg>
      </pc:sldChg>
      <pc:sldChg chg="modSp new">
        <pc:chgData name="D'onofrio, Matthew V" userId="S::mdonofrio7@gatech.edu::ba1e9f7e-ff91-4998-9b4f-42dd9f4e414a" providerId="AD" clId="Web-{971D4AA9-1E21-FD4C-DD1A-989B0ED166D8}" dt="2020-09-04T19:15:00.739" v="59" actId="20577"/>
        <pc:sldMkLst>
          <pc:docMk/>
          <pc:sldMk cId="1776708669" sldId="275"/>
        </pc:sldMkLst>
        <pc:spChg chg="mod">
          <ac:chgData name="D'onofrio, Matthew V" userId="S::mdonofrio7@gatech.edu::ba1e9f7e-ff91-4998-9b4f-42dd9f4e414a" providerId="AD" clId="Web-{971D4AA9-1E21-FD4C-DD1A-989B0ED166D8}" dt="2020-09-04T19:15:00.739" v="59" actId="20577"/>
          <ac:spMkLst>
            <pc:docMk/>
            <pc:sldMk cId="1776708669" sldId="275"/>
            <ac:spMk id="2" creationId="{DC1D210C-1515-4EF8-ACB2-E7E0849F72A6}"/>
          </ac:spMkLst>
        </pc:spChg>
      </pc:sldChg>
      <pc:sldChg chg="modSp new ord">
        <pc:chgData name="D'onofrio, Matthew V" userId="S::mdonofrio7@gatech.edu::ba1e9f7e-ff91-4998-9b4f-42dd9f4e414a" providerId="AD" clId="Web-{971D4AA9-1E21-FD4C-DD1A-989B0ED166D8}" dt="2020-09-04T19:15:43.365" v="65" actId="20577"/>
        <pc:sldMkLst>
          <pc:docMk/>
          <pc:sldMk cId="2330749085" sldId="276"/>
        </pc:sldMkLst>
        <pc:spChg chg="mod">
          <ac:chgData name="D'onofrio, Matthew V" userId="S::mdonofrio7@gatech.edu::ba1e9f7e-ff91-4998-9b4f-42dd9f4e414a" providerId="AD" clId="Web-{971D4AA9-1E21-FD4C-DD1A-989B0ED166D8}" dt="2020-09-04T19:15:43.365" v="65" actId="20577"/>
          <ac:spMkLst>
            <pc:docMk/>
            <pc:sldMk cId="2330749085" sldId="276"/>
            <ac:spMk id="2" creationId="{81DC53B7-B67A-4F7C-A839-4A614CA49BBD}"/>
          </ac:spMkLst>
        </pc:spChg>
      </pc:sldChg>
    </pc:docChg>
  </pc:docChgLst>
  <pc:docChgLst>
    <pc:chgData name="Monnett, Erin S" userId="S::emonnett3@gatech.edu::9a1a4c1c-1c40-4f26-8289-9546ecb2afcc" providerId="AD" clId="Web-{5F7AECA1-2247-AEDF-5623-C0C9DF69930F}"/>
    <pc:docChg chg="addSld delSld modSld">
      <pc:chgData name="Monnett, Erin S" userId="S::emonnett3@gatech.edu::9a1a4c1c-1c40-4f26-8289-9546ecb2afcc" providerId="AD" clId="Web-{5F7AECA1-2247-AEDF-5623-C0C9DF69930F}" dt="2020-09-04T13:40:46.846" v="45" actId="20577"/>
      <pc:docMkLst>
        <pc:docMk/>
      </pc:docMkLst>
      <pc:sldChg chg="del">
        <pc:chgData name="Monnett, Erin S" userId="S::emonnett3@gatech.edu::9a1a4c1c-1c40-4f26-8289-9546ecb2afcc" providerId="AD" clId="Web-{5F7AECA1-2247-AEDF-5623-C0C9DF69930F}" dt="2020-09-04T13:37:24.361" v="3"/>
        <pc:sldMkLst>
          <pc:docMk/>
          <pc:sldMk cId="1680743475" sldId="261"/>
        </pc:sldMkLst>
      </pc:sldChg>
      <pc:sldChg chg="modSp new">
        <pc:chgData name="Monnett, Erin S" userId="S::emonnett3@gatech.edu::9a1a4c1c-1c40-4f26-8289-9546ecb2afcc" providerId="AD" clId="Web-{5F7AECA1-2247-AEDF-5623-C0C9DF69930F}" dt="2020-09-04T13:38:12.517" v="11" actId="20577"/>
        <pc:sldMkLst>
          <pc:docMk/>
          <pc:sldMk cId="68219366" sldId="262"/>
        </pc:sldMkLst>
        <pc:spChg chg="mod">
          <ac:chgData name="Monnett, Erin S" userId="S::emonnett3@gatech.edu::9a1a4c1c-1c40-4f26-8289-9546ecb2afcc" providerId="AD" clId="Web-{5F7AECA1-2247-AEDF-5623-C0C9DF69930F}" dt="2020-09-04T13:38:12.517" v="11" actId="20577"/>
          <ac:spMkLst>
            <pc:docMk/>
            <pc:sldMk cId="68219366" sldId="262"/>
            <ac:spMk id="2" creationId="{9E5C7F99-B68B-453D-A085-5A3150089ACB}"/>
          </ac:spMkLst>
        </pc:spChg>
      </pc:sldChg>
      <pc:sldChg chg="modSp new">
        <pc:chgData name="Monnett, Erin S" userId="S::emonnett3@gatech.edu::9a1a4c1c-1c40-4f26-8289-9546ecb2afcc" providerId="AD" clId="Web-{5F7AECA1-2247-AEDF-5623-C0C9DF69930F}" dt="2020-09-04T13:38:45.799" v="19" actId="20577"/>
        <pc:sldMkLst>
          <pc:docMk/>
          <pc:sldMk cId="2581402765" sldId="263"/>
        </pc:sldMkLst>
        <pc:spChg chg="mod">
          <ac:chgData name="Monnett, Erin S" userId="S::emonnett3@gatech.edu::9a1a4c1c-1c40-4f26-8289-9546ecb2afcc" providerId="AD" clId="Web-{5F7AECA1-2247-AEDF-5623-C0C9DF69930F}" dt="2020-09-04T13:38:45.799" v="19" actId="20577"/>
          <ac:spMkLst>
            <pc:docMk/>
            <pc:sldMk cId="2581402765" sldId="263"/>
            <ac:spMk id="2" creationId="{4187228C-B9AF-49C1-B123-D542078E4C93}"/>
          </ac:spMkLst>
        </pc:spChg>
      </pc:sldChg>
      <pc:sldChg chg="modSp new">
        <pc:chgData name="Monnett, Erin S" userId="S::emonnett3@gatech.edu::9a1a4c1c-1c40-4f26-8289-9546ecb2afcc" providerId="AD" clId="Web-{5F7AECA1-2247-AEDF-5623-C0C9DF69930F}" dt="2020-09-04T13:39:37.143" v="26" actId="20577"/>
        <pc:sldMkLst>
          <pc:docMk/>
          <pc:sldMk cId="1216129270" sldId="264"/>
        </pc:sldMkLst>
        <pc:spChg chg="mod">
          <ac:chgData name="Monnett, Erin S" userId="S::emonnett3@gatech.edu::9a1a4c1c-1c40-4f26-8289-9546ecb2afcc" providerId="AD" clId="Web-{5F7AECA1-2247-AEDF-5623-C0C9DF69930F}" dt="2020-09-04T13:39:37.143" v="26" actId="20577"/>
          <ac:spMkLst>
            <pc:docMk/>
            <pc:sldMk cId="1216129270" sldId="264"/>
            <ac:spMk id="2" creationId="{4B4A09E1-0990-48EE-ADC5-3394CB2CE799}"/>
          </ac:spMkLst>
        </pc:spChg>
      </pc:sldChg>
      <pc:sldChg chg="modSp new">
        <pc:chgData name="Monnett, Erin S" userId="S::emonnett3@gatech.edu::9a1a4c1c-1c40-4f26-8289-9546ecb2afcc" providerId="AD" clId="Web-{5F7AECA1-2247-AEDF-5623-C0C9DF69930F}" dt="2020-09-04T13:40:07.424" v="34" actId="20577"/>
        <pc:sldMkLst>
          <pc:docMk/>
          <pc:sldMk cId="2463624077" sldId="265"/>
        </pc:sldMkLst>
        <pc:spChg chg="mod">
          <ac:chgData name="Monnett, Erin S" userId="S::emonnett3@gatech.edu::9a1a4c1c-1c40-4f26-8289-9546ecb2afcc" providerId="AD" clId="Web-{5F7AECA1-2247-AEDF-5623-C0C9DF69930F}" dt="2020-09-04T13:40:07.424" v="34" actId="20577"/>
          <ac:spMkLst>
            <pc:docMk/>
            <pc:sldMk cId="2463624077" sldId="265"/>
            <ac:spMk id="2" creationId="{369F3B8C-CEE7-4045-9FDC-DD0231DBCE0A}"/>
          </ac:spMkLst>
        </pc:spChg>
      </pc:sldChg>
      <pc:sldChg chg="modSp new">
        <pc:chgData name="Monnett, Erin S" userId="S::emonnett3@gatech.edu::9a1a4c1c-1c40-4f26-8289-9546ecb2afcc" providerId="AD" clId="Web-{5F7AECA1-2247-AEDF-5623-C0C9DF69930F}" dt="2020-09-04T13:40:46.846" v="45" actId="20577"/>
        <pc:sldMkLst>
          <pc:docMk/>
          <pc:sldMk cId="705473365" sldId="266"/>
        </pc:sldMkLst>
        <pc:spChg chg="mod">
          <ac:chgData name="Monnett, Erin S" userId="S::emonnett3@gatech.edu::9a1a4c1c-1c40-4f26-8289-9546ecb2afcc" providerId="AD" clId="Web-{5F7AECA1-2247-AEDF-5623-C0C9DF69930F}" dt="2020-09-04T13:40:46.846" v="45" actId="20577"/>
          <ac:spMkLst>
            <pc:docMk/>
            <pc:sldMk cId="705473365" sldId="266"/>
            <ac:spMk id="2" creationId="{B812EF96-E6E8-46B5-BA7B-0DE966B2DECD}"/>
          </ac:spMkLst>
        </pc:spChg>
      </pc:sldChg>
    </pc:docChg>
  </pc:docChgLst>
  <pc:docChgLst>
    <pc:chgData name="D'onofrio, Matthew V" userId="S::mdonofrio7@gatech.edu::ba1e9f7e-ff91-4998-9b4f-42dd9f4e414a" providerId="AD" clId="Web-{9E9D24B1-A104-B9BD-D883-F1E52971C8CC}"/>
    <pc:docChg chg="modSld">
      <pc:chgData name="D'onofrio, Matthew V" userId="S::mdonofrio7@gatech.edu::ba1e9f7e-ff91-4998-9b4f-42dd9f4e414a" providerId="AD" clId="Web-{9E9D24B1-A104-B9BD-D883-F1E52971C8CC}" dt="2020-08-31T22:09:09.291" v="31" actId="20577"/>
      <pc:docMkLst>
        <pc:docMk/>
      </pc:docMkLst>
      <pc:sldChg chg="modSp">
        <pc:chgData name="D'onofrio, Matthew V" userId="S::mdonofrio7@gatech.edu::ba1e9f7e-ff91-4998-9b4f-42dd9f4e414a" providerId="AD" clId="Web-{9E9D24B1-A104-B9BD-D883-F1E52971C8CC}" dt="2020-08-31T22:09:09.291" v="30" actId="20577"/>
        <pc:sldMkLst>
          <pc:docMk/>
          <pc:sldMk cId="109857222" sldId="256"/>
        </pc:sldMkLst>
        <pc:spChg chg="mod">
          <ac:chgData name="D'onofrio, Matthew V" userId="S::mdonofrio7@gatech.edu::ba1e9f7e-ff91-4998-9b4f-42dd9f4e414a" providerId="AD" clId="Web-{9E9D24B1-A104-B9BD-D883-F1E52971C8CC}" dt="2020-08-31T22:08:59.853" v="28" actId="20577"/>
          <ac:spMkLst>
            <pc:docMk/>
            <pc:sldMk cId="109857222" sldId="256"/>
            <ac:spMk id="2" creationId="{00000000-0000-0000-0000-000000000000}"/>
          </ac:spMkLst>
        </pc:spChg>
        <pc:spChg chg="mod">
          <ac:chgData name="D'onofrio, Matthew V" userId="S::mdonofrio7@gatech.edu::ba1e9f7e-ff91-4998-9b4f-42dd9f4e414a" providerId="AD" clId="Web-{9E9D24B1-A104-B9BD-D883-F1E52971C8CC}" dt="2020-08-31T22:09:09.291" v="30" actId="20577"/>
          <ac:spMkLst>
            <pc:docMk/>
            <pc:sldMk cId="109857222" sldId="256"/>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5240E5-E367-487B-9C70-E7B7C7ECB806}" type="datetimeFigureOut">
              <a:rPr lang="en-US"/>
              <a:t>9/8/2020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F45F2D-4177-435E-9A3A-576B80C96876}" type="slidenum">
              <a:rPr lang="en-US"/>
              <a:t>‹#›</a:t>
            </a:fld>
            <a:endParaRPr lang="en-US"/>
          </a:p>
        </p:txBody>
      </p:sp>
    </p:spTree>
    <p:extLst>
      <p:ext uri="{BB962C8B-B14F-4D97-AF65-F5344CB8AC3E}">
        <p14:creationId xmlns:p14="http://schemas.microsoft.com/office/powerpoint/2010/main" val="1772335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securityintelligence.com/posts/whats-new-in-the-2019-cost-of-a-data-breach-report/"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attack.mitre.org/techniques/T1041/"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Data from securityintelligence.com can be found here: </a:t>
            </a:r>
          </a:p>
          <a:p>
            <a:r>
              <a:rPr lang="en-US">
                <a:hlinkClick r:id="rId3"/>
              </a:rPr>
              <a:t>https://securityintelligence.com/posts/whats-new-in-the-2019-cost-of-a-data-breach-report/</a:t>
            </a:r>
            <a:endParaRPr lang="en-US">
              <a:cs typeface="Calibri"/>
              <a:hlinkClick r:id="rId3"/>
            </a:endParaRPr>
          </a:p>
        </p:txBody>
      </p:sp>
      <p:sp>
        <p:nvSpPr>
          <p:cNvPr id="4" name="Slide Number Placeholder 3"/>
          <p:cNvSpPr>
            <a:spLocks noGrp="1"/>
          </p:cNvSpPr>
          <p:nvPr>
            <p:ph type="sldNum" sz="quarter" idx="5"/>
          </p:nvPr>
        </p:nvSpPr>
        <p:spPr/>
        <p:txBody>
          <a:bodyPr/>
          <a:lstStyle/>
          <a:p>
            <a:fld id="{8BF45F2D-4177-435E-9A3A-576B80C96876}" type="slidenum">
              <a:rPr lang="en-US"/>
              <a:t>5</a:t>
            </a:fld>
            <a:endParaRPr lang="en-US"/>
          </a:p>
        </p:txBody>
      </p:sp>
    </p:spTree>
    <p:extLst>
      <p:ext uri="{BB962C8B-B14F-4D97-AF65-F5344CB8AC3E}">
        <p14:creationId xmlns:p14="http://schemas.microsoft.com/office/powerpoint/2010/main" val="17470963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Source - </a:t>
            </a:r>
            <a:r>
              <a:rPr lang="en-US">
                <a:hlinkClick r:id="rId3"/>
              </a:rPr>
              <a:t>https://attack.mitre.org/techniques/T1041/</a:t>
            </a:r>
            <a:endParaRPr lang="en-US"/>
          </a:p>
          <a:p>
            <a:endParaRPr lang="en-US"/>
          </a:p>
        </p:txBody>
      </p:sp>
      <p:sp>
        <p:nvSpPr>
          <p:cNvPr id="4" name="Slide Number Placeholder 3"/>
          <p:cNvSpPr>
            <a:spLocks noGrp="1"/>
          </p:cNvSpPr>
          <p:nvPr>
            <p:ph type="sldNum" sz="quarter" idx="5"/>
          </p:nvPr>
        </p:nvSpPr>
        <p:spPr/>
        <p:txBody>
          <a:bodyPr/>
          <a:lstStyle/>
          <a:p>
            <a:fld id="{8BF45F2D-4177-435E-9A3A-576B80C96876}" type="slidenum">
              <a:rPr lang="en-US"/>
              <a:t>13</a:t>
            </a:fld>
            <a:endParaRPr lang="en-US"/>
          </a:p>
        </p:txBody>
      </p:sp>
    </p:spTree>
    <p:extLst>
      <p:ext uri="{BB962C8B-B14F-4D97-AF65-F5344CB8AC3E}">
        <p14:creationId xmlns:p14="http://schemas.microsoft.com/office/powerpoint/2010/main" val="3727012867"/>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4" name="Date Placeholder 3"/>
          <p:cNvSpPr>
            <a:spLocks noGrp="1"/>
          </p:cNvSpPr>
          <p:nvPr>
            <p:ph type="dt" sz="half" idx="10"/>
          </p:nvPr>
        </p:nvSpPr>
        <p:spPr/>
        <p:txBody>
          <a:bodyPr/>
          <a:lstStyle/>
          <a:p>
            <a:fld id="{83284890-85D2-4D7B-8EF5-15A9C1DB8F42}" type="datetimeFigureOut">
              <a:rPr lang="en-US" dirty="0"/>
              <a:t>9/8/2020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dirty="0"/>
              <a:pPr/>
              <a:t>‹#›</a:t>
            </a:fld>
            <a:endParaRPr lang="en-US"/>
          </a:p>
        </p:txBody>
      </p:sp>
    </p:spTree>
    <p:extLst>
      <p:ext uri="{BB962C8B-B14F-4D97-AF65-F5344CB8AC3E}">
        <p14:creationId xmlns:p14="http://schemas.microsoft.com/office/powerpoint/2010/main" val="23823632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2F5661D-6934-4B32-B92C-470368BF1EC6}" type="datetimeFigureOut">
              <a:rPr lang="en-US" dirty="0"/>
              <a:t>9/8/2020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40898097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dirty="0"/>
              <a:t>9/8/2020</a:t>
            </a:fld>
            <a:endParaRPr lang="en-US"/>
          </a:p>
        </p:txBody>
      </p:sp>
      <p:sp>
        <p:nvSpPr>
          <p:cNvPr id="5" name="Footer Placeholder 4"/>
          <p:cNvSpPr>
            <a:spLocks noGrp="1"/>
          </p:cNvSpPr>
          <p:nvPr>
            <p:ph type="ftr" sz="quarter" idx="11"/>
          </p:nvPr>
        </p:nvSpPr>
        <p:spPr>
          <a:xfrm>
            <a:off x="2182708" y="6272784"/>
            <a:ext cx="6327648" cy="365125"/>
          </a:xfrm>
        </p:spPr>
        <p:txBody>
          <a:bodyPr/>
          <a:lstStyle/>
          <a:p>
            <a:endParaRPr 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a:t>
            </a:fld>
            <a:endParaRPr lang="en-US"/>
          </a:p>
        </p:txBody>
      </p:sp>
    </p:spTree>
    <p:extLst>
      <p:ext uri="{BB962C8B-B14F-4D97-AF65-F5344CB8AC3E}">
        <p14:creationId xmlns:p14="http://schemas.microsoft.com/office/powerpoint/2010/main" val="12161268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548D31E-DCDA-41A7-9C67-C4B11B94D21D}" type="datetimeFigureOut">
              <a:rPr lang="en-US" dirty="0"/>
              <a:t>9/8/2020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15840988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B3762C0-B258-48F1-ADE6-176B4174CCDD}" type="datetimeFigureOut">
              <a:rPr lang="en-US" dirty="0"/>
              <a:t>9/8/2020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3729040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77919A6-33EB-49BD-A62F-1FA56B9F9712}" type="datetimeFigureOut">
              <a:rPr lang="en-US" dirty="0"/>
              <a:t>9/8/2020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1194781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dirty="0"/>
              <a:t>9/8/2020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21164474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16AA21-1863-4931-97CB-99D0A168701B}" type="datetimeFigureOut">
              <a:rPr lang="en-US" dirty="0"/>
              <a:t>9/8/2020</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41800609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72C379-9A7C-4C87-A116-CBE9F58B04C5}" type="datetimeFigureOut">
              <a:rPr lang="en-US" dirty="0"/>
              <a:t>9/8/2020</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29234315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157CC2-0FC8-4686-B024-99790E0F5162}" type="datetimeFigureOut">
              <a:rPr lang="en-US" dirty="0"/>
              <a:t>9/8/2020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17442426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6764DA5-CD3D-4590-A511-FCD3BC7A793E}" type="datetimeFigureOut">
              <a:rPr lang="en-US" dirty="0"/>
              <a:t>9/8/2020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31510377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dirty="0"/>
              <a:t>9/8/2020</a:t>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dirty="0"/>
              <a:pPr/>
              <a:t>‹#›</a:t>
            </a:fld>
            <a:endParaRPr lang="en-US"/>
          </a:p>
        </p:txBody>
      </p:sp>
    </p:spTree>
    <p:extLst>
      <p:ext uri="{BB962C8B-B14F-4D97-AF65-F5344CB8AC3E}">
        <p14:creationId xmlns:p14="http://schemas.microsoft.com/office/powerpoint/2010/main" val="3816818775"/>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6.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www.piaszza[.]com" TargetMode="External"/><Relationship Id="rId2" Type="http://schemas.openxmlformats.org/officeDocument/2006/relationships/hyperlink" Target="http://www.piazza.com" TargetMode="Externa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hyperlink" Target="http://www.piaszza[.]com/"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www.piaszza.com/" TargetMode="External"/><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tint val="75000"/>
                <a:shade val="58000"/>
                <a:satMod val="120000"/>
              </a:schemeClr>
              <a:schemeClr val="bg1">
                <a:tint val="50000"/>
                <a:shade val="96000"/>
              </a:schemeClr>
            </a:duotone>
          </a:blip>
          <a:tile tx="0" ty="0" sx="100000" sy="100000" flip="none" algn="tl"/>
        </a:blipFill>
        <a:effectLst/>
      </p:bgPr>
    </p:bg>
    <p:spTree>
      <p:nvGrpSpPr>
        <p:cNvPr id="1" name=""/>
        <p:cNvGrpSpPr/>
        <p:nvPr/>
      </p:nvGrpSpPr>
      <p:grpSpPr>
        <a:xfrm>
          <a:off x="0" y="0"/>
          <a:ext cx="0" cy="0"/>
          <a:chOff x="0" y="0"/>
          <a:chExt cx="0" cy="0"/>
        </a:xfrm>
      </p:grpSpPr>
      <p:sp useBgFill="1">
        <p:nvSpPr>
          <p:cNvPr id="11" name="Rectangle 11">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6556100" y="1360493"/>
            <a:ext cx="4972511" cy="3106732"/>
          </a:xfrm>
        </p:spPr>
        <p:txBody>
          <a:bodyPr anchor="b">
            <a:normAutofit/>
          </a:bodyPr>
          <a:lstStyle/>
          <a:p>
            <a:pPr algn="ctr"/>
            <a:r>
              <a:rPr lang="en-US" sz="7200">
                <a:solidFill>
                  <a:schemeClr val="tx1"/>
                </a:solidFill>
                <a:cs typeface="Calibri Light"/>
              </a:rPr>
              <a:t>THE "Go Phish!"</a:t>
            </a:r>
            <a:br>
              <a:rPr lang="en-US" sz="7200">
                <a:solidFill>
                  <a:schemeClr val="tx1"/>
                </a:solidFill>
                <a:cs typeface="Calibri Light"/>
              </a:rPr>
            </a:br>
            <a:r>
              <a:rPr lang="en-US" sz="7200">
                <a:solidFill>
                  <a:schemeClr val="tx1"/>
                </a:solidFill>
                <a:cs typeface="Calibri Light"/>
              </a:rPr>
              <a:t>Assignment</a:t>
            </a:r>
            <a:endParaRPr lang="en-US" sz="7200">
              <a:solidFill>
                <a:schemeClr val="tx1"/>
              </a:solidFill>
            </a:endParaRPr>
          </a:p>
        </p:txBody>
      </p:sp>
      <p:sp>
        <p:nvSpPr>
          <p:cNvPr id="3" name="Subtitle 2"/>
          <p:cNvSpPr>
            <a:spLocks noGrp="1"/>
          </p:cNvSpPr>
          <p:nvPr>
            <p:ph type="subTitle" idx="1"/>
          </p:nvPr>
        </p:nvSpPr>
        <p:spPr>
          <a:xfrm>
            <a:off x="6556100" y="4687316"/>
            <a:ext cx="4972512" cy="1517088"/>
          </a:xfrm>
        </p:spPr>
        <p:txBody>
          <a:bodyPr vert="horz" lIns="91440" tIns="45720" rIns="91440" bIns="45720" rtlCol="0" anchor="t">
            <a:normAutofit/>
          </a:bodyPr>
          <a:lstStyle/>
          <a:p>
            <a:r>
              <a:rPr lang="en-US">
                <a:solidFill>
                  <a:srgbClr val="FFFFFF"/>
                </a:solidFill>
                <a:cs typeface="Calibri"/>
              </a:rPr>
              <a:t>Group 17: Matt D'Onofrio, Erin Monnett, Ndubusi Anyanwu, and Raul Gomez</a:t>
            </a:r>
            <a:endParaRPr lang="en-US">
              <a:solidFill>
                <a:srgbClr val="FFFFFF"/>
              </a:solidFill>
            </a:endParaRPr>
          </a:p>
        </p:txBody>
      </p:sp>
      <p:sp>
        <p:nvSpPr>
          <p:cNvPr id="13" name="Freeform: Shape 13">
            <a:extLst>
              <a:ext uri="{FF2B5EF4-FFF2-40B4-BE49-F238E27FC236}">
                <a16:creationId xmlns:a16="http://schemas.microsoft.com/office/drawing/2014/main" id="{14A1598B-1957-47CF-AAF4-F7A36DA0E7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3"/>
            <a:ext cx="6095695" cy="6857997"/>
          </a:xfrm>
          <a:custGeom>
            <a:avLst/>
            <a:gdLst>
              <a:gd name="connsiteX0" fmla="*/ 3435036 w 6095695"/>
              <a:gd name="connsiteY0" fmla="*/ 0 h 6857997"/>
              <a:gd name="connsiteX1" fmla="*/ 4198562 w 6095695"/>
              <a:gd name="connsiteY1" fmla="*/ 0 h 6857997"/>
              <a:gd name="connsiteX2" fmla="*/ 4365987 w 6095695"/>
              <a:gd name="connsiteY2" fmla="*/ 128761 h 6857997"/>
              <a:gd name="connsiteX3" fmla="*/ 6095695 w 6095695"/>
              <a:gd name="connsiteY3" fmla="*/ 3718209 h 6857997"/>
              <a:gd name="connsiteX4" fmla="*/ 4860911 w 6095695"/>
              <a:gd name="connsiteY4" fmla="*/ 6845880 h 6857997"/>
              <a:gd name="connsiteX5" fmla="*/ 4849107 w 6095695"/>
              <a:gd name="connsiteY5" fmla="*/ 6857997 h 6857997"/>
              <a:gd name="connsiteX6" fmla="*/ 4253869 w 6095695"/>
              <a:gd name="connsiteY6" fmla="*/ 6857997 h 6857997"/>
              <a:gd name="connsiteX7" fmla="*/ 4409441 w 6095695"/>
              <a:gd name="connsiteY7" fmla="*/ 6719623 h 6857997"/>
              <a:gd name="connsiteX8" fmla="*/ 5679794 w 6095695"/>
              <a:gd name="connsiteY8" fmla="*/ 3718209 h 6857997"/>
              <a:gd name="connsiteX9" fmla="*/ 3591563 w 6095695"/>
              <a:gd name="connsiteY9" fmla="*/ 88079 h 6857997"/>
              <a:gd name="connsiteX10" fmla="*/ 0 w 6095695"/>
              <a:gd name="connsiteY10" fmla="*/ 0 h 6857997"/>
              <a:gd name="connsiteX11" fmla="*/ 3177466 w 6095695"/>
              <a:gd name="connsiteY11" fmla="*/ 0 h 6857997"/>
              <a:gd name="connsiteX12" fmla="*/ 3353291 w 6095695"/>
              <a:gd name="connsiteY12" fmla="*/ 88129 h 6857997"/>
              <a:gd name="connsiteX13" fmla="*/ 5560965 w 6095695"/>
              <a:gd name="connsiteY13" fmla="*/ 3718209 h 6857997"/>
              <a:gd name="connsiteX14" fmla="*/ 4325417 w 6095695"/>
              <a:gd name="connsiteY14" fmla="*/ 6637392 h 6857997"/>
              <a:gd name="connsiteX15" fmla="*/ 4077394 w 6095695"/>
              <a:gd name="connsiteY15" fmla="*/ 6857997 h 6857997"/>
              <a:gd name="connsiteX16" fmla="*/ 0 w 6095695"/>
              <a:gd name="connsiteY16" fmla="*/ 6857997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95695" h="6857997">
                <a:moveTo>
                  <a:pt x="3435036" y="0"/>
                </a:moveTo>
                <a:lnTo>
                  <a:pt x="4198562" y="0"/>
                </a:lnTo>
                <a:lnTo>
                  <a:pt x="4365987" y="128761"/>
                </a:lnTo>
                <a:cubicBezTo>
                  <a:pt x="5422363" y="981944"/>
                  <a:pt x="6095695" y="2273123"/>
                  <a:pt x="6095695" y="3718209"/>
                </a:cubicBezTo>
                <a:cubicBezTo>
                  <a:pt x="6095695" y="4922447"/>
                  <a:pt x="5628104" y="6019805"/>
                  <a:pt x="4860911" y="6845880"/>
                </a:cubicBezTo>
                <a:lnTo>
                  <a:pt x="4849107" y="6857997"/>
                </a:lnTo>
                <a:lnTo>
                  <a:pt x="4253869" y="6857997"/>
                </a:lnTo>
                <a:lnTo>
                  <a:pt x="4409441" y="6719623"/>
                </a:lnTo>
                <a:cubicBezTo>
                  <a:pt x="5194330" y="5951494"/>
                  <a:pt x="5679794" y="4890334"/>
                  <a:pt x="5679794" y="3718209"/>
                </a:cubicBezTo>
                <a:cubicBezTo>
                  <a:pt x="5679794" y="2179795"/>
                  <a:pt x="4843506" y="832535"/>
                  <a:pt x="3591563" y="88079"/>
                </a:cubicBezTo>
                <a:close/>
                <a:moveTo>
                  <a:pt x="0" y="0"/>
                </a:moveTo>
                <a:lnTo>
                  <a:pt x="3177466" y="0"/>
                </a:lnTo>
                <a:lnTo>
                  <a:pt x="3353291" y="88129"/>
                </a:lnTo>
                <a:cubicBezTo>
                  <a:pt x="4668281" y="787221"/>
                  <a:pt x="5560965" y="2150692"/>
                  <a:pt x="5560965" y="3718209"/>
                </a:cubicBezTo>
                <a:cubicBezTo>
                  <a:pt x="5560965" y="4858221"/>
                  <a:pt x="5088802" y="5890308"/>
                  <a:pt x="4325417" y="6637392"/>
                </a:cubicBezTo>
                <a:lnTo>
                  <a:pt x="4077394" y="6857997"/>
                </a:lnTo>
                <a:lnTo>
                  <a:pt x="0" y="6857997"/>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Graphic 6" descr="Books">
            <a:extLst>
              <a:ext uri="{FF2B5EF4-FFF2-40B4-BE49-F238E27FC236}">
                <a16:creationId xmlns:a16="http://schemas.microsoft.com/office/drawing/2014/main" id="{FD0DD93B-3C91-40FA-B34B-1BA48A42923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47150" y="1526651"/>
            <a:ext cx="3804698" cy="3804698"/>
          </a:xfrm>
          <a:prstGeom prst="rect">
            <a:avLst/>
          </a:prstGeom>
        </p:spPr>
      </p:pic>
    </p:spTree>
    <p:extLst>
      <p:ext uri="{BB962C8B-B14F-4D97-AF65-F5344CB8AC3E}">
        <p14:creationId xmlns:p14="http://schemas.microsoft.com/office/powerpoint/2010/main" val="10985722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345C1-27D4-493F-BAC7-0AC919D91CFC}"/>
              </a:ext>
            </a:extLst>
          </p:cNvPr>
          <p:cNvSpPr>
            <a:spLocks noGrp="1"/>
          </p:cNvSpPr>
          <p:nvPr>
            <p:ph type="title"/>
          </p:nvPr>
        </p:nvSpPr>
        <p:spPr/>
        <p:txBody>
          <a:bodyPr/>
          <a:lstStyle/>
          <a:p>
            <a:r>
              <a:rPr lang="en-US">
                <a:latin typeface="Rockwell Condensed"/>
              </a:rPr>
              <a:t>CAMPAIGN OVERVIEW</a:t>
            </a:r>
          </a:p>
        </p:txBody>
      </p:sp>
      <p:sp>
        <p:nvSpPr>
          <p:cNvPr id="3" name="Content Placeholder 2">
            <a:extLst>
              <a:ext uri="{FF2B5EF4-FFF2-40B4-BE49-F238E27FC236}">
                <a16:creationId xmlns:a16="http://schemas.microsoft.com/office/drawing/2014/main" id="{B9BD071A-6C74-4947-BC2D-1DFD7D6DBE55}"/>
              </a:ext>
            </a:extLst>
          </p:cNvPr>
          <p:cNvSpPr>
            <a:spLocks noGrp="1"/>
          </p:cNvSpPr>
          <p:nvPr>
            <p:ph idx="1"/>
          </p:nvPr>
        </p:nvSpPr>
        <p:spPr/>
        <p:txBody>
          <a:bodyPr vert="horz" lIns="91440" tIns="45720" rIns="91440" bIns="45720" rtlCol="0" anchor="t">
            <a:normAutofit/>
          </a:bodyPr>
          <a:lstStyle/>
          <a:p>
            <a:pPr marL="0" indent="0" algn="ctr">
              <a:buNone/>
            </a:pPr>
            <a:r>
              <a:rPr lang="en-US"/>
              <a:t>   </a:t>
            </a:r>
            <a:endParaRPr lang="en-US" sz="2400"/>
          </a:p>
          <a:p>
            <a:pPr marL="0" indent="0" algn="ctr">
              <a:buNone/>
            </a:pPr>
            <a:r>
              <a:rPr lang="en-US"/>
              <a:t>  </a:t>
            </a:r>
            <a:r>
              <a:rPr lang="en-US" sz="2400"/>
              <a:t> Our campaign is focused on a singular target. </a:t>
            </a:r>
            <a:endParaRPr lang="en-US"/>
          </a:p>
          <a:p>
            <a:pPr marL="0" indent="0" algn="ctr">
              <a:buNone/>
            </a:pPr>
            <a:r>
              <a:rPr lang="en-US" sz="2400"/>
              <a:t>We have focused recon and analysis on TA, Jay Hancherla. We are aiming to exploit the Georgia Tech Infrastructure with malware while also gaining the credentials of the target. While we are aiming to spread malware that will allow us to take over other resources in the system, our primary focus is on acquiring TA level Access to our course. </a:t>
            </a:r>
            <a:endParaRPr lang="en-US"/>
          </a:p>
          <a:p>
            <a:pPr marL="0" indent="0">
              <a:buNone/>
            </a:pPr>
            <a:endParaRPr lang="en-US"/>
          </a:p>
          <a:p>
            <a:pPr marL="0" indent="0">
              <a:buNone/>
            </a:pPr>
            <a:endParaRPr lang="en-US"/>
          </a:p>
        </p:txBody>
      </p:sp>
    </p:spTree>
    <p:extLst>
      <p:ext uri="{BB962C8B-B14F-4D97-AF65-F5344CB8AC3E}">
        <p14:creationId xmlns:p14="http://schemas.microsoft.com/office/powerpoint/2010/main" val="35344270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2A340-63F4-42E2-9A3B-DA69289229DD}"/>
              </a:ext>
            </a:extLst>
          </p:cNvPr>
          <p:cNvSpPr>
            <a:spLocks noGrp="1"/>
          </p:cNvSpPr>
          <p:nvPr>
            <p:ph type="title"/>
          </p:nvPr>
        </p:nvSpPr>
        <p:spPr/>
        <p:txBody>
          <a:bodyPr/>
          <a:lstStyle/>
          <a:p>
            <a:r>
              <a:rPr lang="en-US">
                <a:latin typeface="Rockwell Condensed"/>
              </a:rPr>
              <a:t>WHAT WE WANT</a:t>
            </a:r>
          </a:p>
        </p:txBody>
      </p:sp>
      <p:sp>
        <p:nvSpPr>
          <p:cNvPr id="3" name="Content Placeholder 2">
            <a:extLst>
              <a:ext uri="{FF2B5EF4-FFF2-40B4-BE49-F238E27FC236}">
                <a16:creationId xmlns:a16="http://schemas.microsoft.com/office/drawing/2014/main" id="{8EB4356F-1A48-4C81-A02E-A3F75791A4D2}"/>
              </a:ext>
            </a:extLst>
          </p:cNvPr>
          <p:cNvSpPr>
            <a:spLocks noGrp="1"/>
          </p:cNvSpPr>
          <p:nvPr>
            <p:ph idx="1"/>
          </p:nvPr>
        </p:nvSpPr>
        <p:spPr/>
        <p:txBody>
          <a:bodyPr vert="horz" lIns="91440" tIns="45720" rIns="91440" bIns="45720" rtlCol="0" anchor="t">
            <a:noAutofit/>
          </a:bodyPr>
          <a:lstStyle/>
          <a:p>
            <a:pPr marL="0" indent="0" algn="ctr">
              <a:buNone/>
            </a:pPr>
            <a:r>
              <a:rPr lang="en-US" sz="2400"/>
              <a:t>  Our goal is to get the target to reveal login data about themselves and comprise their credentials. In doing this, we will gain the target's login credentials to Buzzport and adjacent systems like Canvas. This will provide us the ability to </a:t>
            </a:r>
            <a:r>
              <a:rPr lang="en-US" sz="2400">
                <a:ea typeface="+mn-lt"/>
                <a:cs typeface="+mn-lt"/>
              </a:rPr>
              <a:t>change grades, view future tests, quizzes, assignments, and communicate as the TA.</a:t>
            </a:r>
            <a:endParaRPr lang="en-US" sz="2400"/>
          </a:p>
          <a:p>
            <a:pPr marL="0" indent="0" algn="ctr">
              <a:buNone/>
            </a:pPr>
            <a:r>
              <a:rPr lang="en-US" sz="2400"/>
              <a:t>In addition, by being able to spread the malware to other Professors and Staff to expand our privileges to gaining access to other courses, the ability to CC other corrupted emails in other Spear Phishing attempts, and obtaining subsequent </a:t>
            </a:r>
            <a:r>
              <a:rPr lang="en-US" sz="2400">
                <a:ea typeface="+mn-lt"/>
                <a:cs typeface="+mn-lt"/>
              </a:rPr>
              <a:t>login access to their Buzzport and adjacent systems like Canvas.</a:t>
            </a:r>
            <a:endParaRPr lang="en-US" sz="2400"/>
          </a:p>
          <a:p>
            <a:pPr marL="891540" lvl="2" indent="-342900"/>
            <a:endParaRPr lang="en-US"/>
          </a:p>
          <a:p>
            <a:pPr marL="891540" lvl="2" indent="-342900"/>
            <a:endParaRPr lang="en-US"/>
          </a:p>
          <a:p>
            <a:pPr marL="548640" lvl="2" indent="0">
              <a:buNone/>
            </a:pPr>
            <a:endParaRPr lang="en-US"/>
          </a:p>
          <a:p>
            <a:pPr marL="548640" lvl="2" indent="0">
              <a:buNone/>
            </a:pPr>
            <a:endParaRPr lang="en-US"/>
          </a:p>
          <a:p>
            <a:pPr marL="834390" lvl="2" indent="-285750"/>
            <a:endParaRPr lang="en-US"/>
          </a:p>
          <a:p>
            <a:pPr marL="891540" lvl="2" indent="-342900"/>
            <a:endParaRPr lang="en-US"/>
          </a:p>
          <a:p>
            <a:pPr marL="891540" lvl="2" indent="-342900"/>
            <a:endParaRPr lang="en-US"/>
          </a:p>
          <a:p>
            <a:pPr marL="342900" indent="-342900"/>
            <a:endParaRPr lang="en-US"/>
          </a:p>
        </p:txBody>
      </p:sp>
    </p:spTree>
    <p:extLst>
      <p:ext uri="{BB962C8B-B14F-4D97-AF65-F5344CB8AC3E}">
        <p14:creationId xmlns:p14="http://schemas.microsoft.com/office/powerpoint/2010/main" val="39692830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F571D-211A-47C0-9C55-E40CE1037B67}"/>
              </a:ext>
            </a:extLst>
          </p:cNvPr>
          <p:cNvSpPr>
            <a:spLocks noGrp="1"/>
          </p:cNvSpPr>
          <p:nvPr>
            <p:ph type="title"/>
          </p:nvPr>
        </p:nvSpPr>
        <p:spPr/>
        <p:txBody>
          <a:bodyPr>
            <a:normAutofit/>
          </a:bodyPr>
          <a:lstStyle/>
          <a:p>
            <a:r>
              <a:rPr lang="en-US">
                <a:latin typeface="Rockwell Condensed"/>
              </a:rPr>
              <a:t>OUR ENDGAME</a:t>
            </a:r>
          </a:p>
        </p:txBody>
      </p:sp>
      <p:sp>
        <p:nvSpPr>
          <p:cNvPr id="3" name="Content Placeholder 2">
            <a:extLst>
              <a:ext uri="{FF2B5EF4-FFF2-40B4-BE49-F238E27FC236}">
                <a16:creationId xmlns:a16="http://schemas.microsoft.com/office/drawing/2014/main" id="{5191493B-3A95-4EBB-8C39-79B9F54C1629}"/>
              </a:ext>
            </a:extLst>
          </p:cNvPr>
          <p:cNvSpPr>
            <a:spLocks noGrp="1"/>
          </p:cNvSpPr>
          <p:nvPr>
            <p:ph idx="1"/>
          </p:nvPr>
        </p:nvSpPr>
        <p:spPr/>
        <p:txBody>
          <a:bodyPr vert="horz" lIns="91440" tIns="45720" rIns="91440" bIns="45720" rtlCol="0" anchor="t">
            <a:normAutofit/>
          </a:bodyPr>
          <a:lstStyle/>
          <a:p>
            <a:pPr marL="0" indent="0" algn="ctr">
              <a:buNone/>
            </a:pPr>
            <a:r>
              <a:rPr lang="en-US" sz="2400">
                <a:ea typeface="+mn-lt"/>
                <a:cs typeface="+mn-lt"/>
              </a:rPr>
              <a:t>The framework of this email is reusable therefore, if we can trick one Teaching Assistant or target, we would want to send the same message to additional targets to collect more login information.  We would seek to keep escalating the attack until we had someone with the highest level of access.</a:t>
            </a:r>
            <a:endParaRPr lang="en-US" sz="2400" err="1">
              <a:ea typeface="+mn-lt"/>
              <a:cs typeface="+mn-lt"/>
            </a:endParaRPr>
          </a:p>
          <a:p>
            <a:pPr marL="0" indent="0" algn="ctr">
              <a:buNone/>
            </a:pPr>
            <a:r>
              <a:rPr lang="en-US" sz="2400">
                <a:ea typeface="+mn-lt"/>
                <a:cs typeface="+mn-lt"/>
              </a:rPr>
              <a:t>A TA can control grades and with their login information it would also allow us to take their identity and start with a privileged account. Therefore, we are focusing in gaining TA access to 6725 GA Tech Cybersecurity course. </a:t>
            </a:r>
            <a:endParaRPr lang="en-US" sz="2400"/>
          </a:p>
        </p:txBody>
      </p:sp>
    </p:spTree>
    <p:extLst>
      <p:ext uri="{BB962C8B-B14F-4D97-AF65-F5344CB8AC3E}">
        <p14:creationId xmlns:p14="http://schemas.microsoft.com/office/powerpoint/2010/main" val="1247135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B655D-7071-4A66-8535-327006B01A1B}"/>
              </a:ext>
            </a:extLst>
          </p:cNvPr>
          <p:cNvSpPr>
            <a:spLocks noGrp="1"/>
          </p:cNvSpPr>
          <p:nvPr>
            <p:ph type="title"/>
          </p:nvPr>
        </p:nvSpPr>
        <p:spPr/>
        <p:txBody>
          <a:bodyPr>
            <a:normAutofit/>
          </a:bodyPr>
          <a:lstStyle/>
          <a:p>
            <a:r>
              <a:rPr lang="en-US">
                <a:latin typeface="Rockwell Condensed"/>
              </a:rPr>
              <a:t>THE DAMAGE INFLICTED</a:t>
            </a:r>
            <a:endParaRPr lang="en-US">
              <a:latin typeface="Rockwell"/>
            </a:endParaRPr>
          </a:p>
        </p:txBody>
      </p:sp>
      <p:sp>
        <p:nvSpPr>
          <p:cNvPr id="3" name="Content Placeholder 2">
            <a:extLst>
              <a:ext uri="{FF2B5EF4-FFF2-40B4-BE49-F238E27FC236}">
                <a16:creationId xmlns:a16="http://schemas.microsoft.com/office/drawing/2014/main" id="{717ECB92-7EC4-4E36-9DF2-EBF21E767B86}"/>
              </a:ext>
            </a:extLst>
          </p:cNvPr>
          <p:cNvSpPr>
            <a:spLocks noGrp="1"/>
          </p:cNvSpPr>
          <p:nvPr>
            <p:ph idx="1"/>
          </p:nvPr>
        </p:nvSpPr>
        <p:spPr/>
        <p:txBody>
          <a:bodyPr vert="horz" lIns="91440" tIns="45720" rIns="91440" bIns="45720" rtlCol="0" anchor="t">
            <a:noAutofit/>
          </a:bodyPr>
          <a:lstStyle/>
          <a:p>
            <a:pPr marL="0" indent="0" algn="ctr">
              <a:buNone/>
            </a:pPr>
            <a:r>
              <a:rPr lang="en-US" sz="2400"/>
              <a:t>The damage that we will inflict primarily affects the university. The integrity of the following resources now must be called into question:</a:t>
            </a:r>
            <a:endParaRPr lang="en-US"/>
          </a:p>
          <a:p>
            <a:pPr marL="342900" indent="-342900"/>
            <a:r>
              <a:rPr lang="en-US" sz="2400"/>
              <a:t>Course content – including the syllabus</a:t>
            </a:r>
          </a:p>
          <a:p>
            <a:pPr marL="342900" indent="-342900"/>
            <a:r>
              <a:rPr lang="en-US" sz="2400"/>
              <a:t>Grades for all students</a:t>
            </a:r>
          </a:p>
          <a:p>
            <a:pPr marL="342900" indent="-342900"/>
            <a:r>
              <a:rPr lang="en-US" sz="2400"/>
              <a:t>All forms of instructor communication through email, announcements, and Piazza</a:t>
            </a:r>
          </a:p>
          <a:p>
            <a:pPr marL="0" indent="0" algn="ctr">
              <a:buNone/>
            </a:pPr>
            <a:r>
              <a:rPr lang="en-US" sz="2400"/>
              <a:t>Additionally, there will be a cost incurred by Georgia Tech to remediate, restore, and secure their systems to restore its integrity. According to </a:t>
            </a:r>
            <a:r>
              <a:rPr lang="en-US" sz="2400">
                <a:ea typeface="+mn-lt"/>
                <a:cs typeface="+mn-lt"/>
              </a:rPr>
              <a:t>securityintelligence.com, in 2019 the global average cost of a data breach was approximately 3.92 million dollars.</a:t>
            </a:r>
          </a:p>
          <a:p>
            <a:endParaRPr lang="en-US"/>
          </a:p>
        </p:txBody>
      </p:sp>
      <p:sp>
        <p:nvSpPr>
          <p:cNvPr id="4" name="Footer Placeholder 3">
            <a:extLst>
              <a:ext uri="{FF2B5EF4-FFF2-40B4-BE49-F238E27FC236}">
                <a16:creationId xmlns:a16="http://schemas.microsoft.com/office/drawing/2014/main" id="{28B11398-9AEE-4D99-BF48-10B41843DA0C}"/>
              </a:ext>
            </a:extLst>
          </p:cNvPr>
          <p:cNvSpPr>
            <a:spLocks noGrp="1"/>
          </p:cNvSpPr>
          <p:nvPr>
            <p:ph type="ftr" sz="quarter" idx="11"/>
          </p:nvPr>
        </p:nvSpPr>
        <p:spPr/>
        <p:txBody>
          <a:bodyPr/>
          <a:lstStyle/>
          <a:p>
            <a:r>
              <a:rPr lang="en-US"/>
              <a:t>Source: https://securityintelligence.com/posts/whats-new-in-the-2019-cost-of-a-data-breach-report/</a:t>
            </a:r>
          </a:p>
        </p:txBody>
      </p:sp>
    </p:spTree>
    <p:extLst>
      <p:ext uri="{BB962C8B-B14F-4D97-AF65-F5344CB8AC3E}">
        <p14:creationId xmlns:p14="http://schemas.microsoft.com/office/powerpoint/2010/main" val="7962669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6B09C-3D9E-447A-BABD-698A6BC4C067}"/>
              </a:ext>
            </a:extLst>
          </p:cNvPr>
          <p:cNvSpPr>
            <a:spLocks noGrp="1"/>
          </p:cNvSpPr>
          <p:nvPr>
            <p:ph type="title"/>
          </p:nvPr>
        </p:nvSpPr>
        <p:spPr/>
        <p:txBody>
          <a:bodyPr>
            <a:normAutofit/>
          </a:bodyPr>
          <a:lstStyle/>
          <a:p>
            <a:r>
              <a:rPr lang="en-US">
                <a:latin typeface="Rockwell Condensed"/>
              </a:rPr>
              <a:t>HOW WE CAN BENEFIT</a:t>
            </a:r>
            <a:endParaRPr lang="en-US"/>
          </a:p>
        </p:txBody>
      </p:sp>
      <p:sp>
        <p:nvSpPr>
          <p:cNvPr id="3" name="Content Placeholder 2">
            <a:extLst>
              <a:ext uri="{FF2B5EF4-FFF2-40B4-BE49-F238E27FC236}">
                <a16:creationId xmlns:a16="http://schemas.microsoft.com/office/drawing/2014/main" id="{FA9CB19C-5890-4787-9D4A-42E562A5F8A7}"/>
              </a:ext>
            </a:extLst>
          </p:cNvPr>
          <p:cNvSpPr>
            <a:spLocks noGrp="1"/>
          </p:cNvSpPr>
          <p:nvPr>
            <p:ph idx="1"/>
          </p:nvPr>
        </p:nvSpPr>
        <p:spPr/>
        <p:txBody>
          <a:bodyPr vert="horz" lIns="91440" tIns="45720" rIns="91440" bIns="45720" rtlCol="0" anchor="t">
            <a:normAutofit lnSpcReduction="10000"/>
          </a:bodyPr>
          <a:lstStyle/>
          <a:p>
            <a:pPr marL="0" indent="0" algn="ctr">
              <a:buNone/>
            </a:pPr>
            <a:r>
              <a:rPr lang="en-US" sz="2400"/>
              <a:t>Everything, and everybody, have a price.</a:t>
            </a:r>
            <a:endParaRPr lang="en-US"/>
          </a:p>
          <a:p>
            <a:pPr marL="0" indent="0" algn="ctr">
              <a:buNone/>
            </a:pPr>
            <a:r>
              <a:rPr lang="en-US" sz="2400"/>
              <a:t>    The level of access that we are looking to obtain would grant us privileges that would allow us to alter many aspects of the system. One of those aspects are grades. Not just our own grades but also those of other students. </a:t>
            </a:r>
            <a:r>
              <a:rPr lang="en-US" sz="2400">
                <a:ea typeface="+mn-lt"/>
                <a:cs typeface="+mn-lt"/>
              </a:rPr>
              <a:t>This exploit has lots of potential. The payload sent can be any type of malware. I. E. You could spoof piazza and send the email to other institutions.</a:t>
            </a:r>
            <a:r>
              <a:rPr lang="en-US" sz="2400"/>
              <a:t> </a:t>
            </a:r>
            <a:endParaRPr lang="en-US"/>
          </a:p>
          <a:p>
            <a:pPr marL="0" indent="0" algn="ctr">
              <a:buNone/>
            </a:pPr>
            <a:r>
              <a:rPr lang="en-US" sz="2400"/>
              <a:t>To that end, we could place a monetary value on that capability and target underperforming students to persuade them to pay us to fix their grades. If our exploit is successful, and we obtain the credentials of other instructors and TA's, we could essentially target most of the student population – not just those in PUBP 6725.</a:t>
            </a:r>
            <a:endParaRPr lang="en-US"/>
          </a:p>
        </p:txBody>
      </p:sp>
    </p:spTree>
    <p:extLst>
      <p:ext uri="{BB962C8B-B14F-4D97-AF65-F5344CB8AC3E}">
        <p14:creationId xmlns:p14="http://schemas.microsoft.com/office/powerpoint/2010/main" val="30992090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47396-1C6F-4902-8EDB-9A4013BA7F95}"/>
              </a:ext>
            </a:extLst>
          </p:cNvPr>
          <p:cNvSpPr>
            <a:spLocks noGrp="1"/>
          </p:cNvSpPr>
          <p:nvPr>
            <p:ph type="title"/>
          </p:nvPr>
        </p:nvSpPr>
        <p:spPr/>
        <p:txBody>
          <a:bodyPr/>
          <a:lstStyle/>
          <a:p>
            <a:r>
              <a:rPr lang="en-US">
                <a:latin typeface="Rockwell Condensed"/>
              </a:rPr>
              <a:t>TARGET IDENTIFICATION</a:t>
            </a:r>
          </a:p>
        </p:txBody>
      </p:sp>
      <p:sp>
        <p:nvSpPr>
          <p:cNvPr id="3" name="Content Placeholder 2">
            <a:extLst>
              <a:ext uri="{FF2B5EF4-FFF2-40B4-BE49-F238E27FC236}">
                <a16:creationId xmlns:a16="http://schemas.microsoft.com/office/drawing/2014/main" id="{78CF521B-4F08-4C89-9DF2-5CFDC2F30593}"/>
              </a:ext>
            </a:extLst>
          </p:cNvPr>
          <p:cNvSpPr>
            <a:spLocks noGrp="1"/>
          </p:cNvSpPr>
          <p:nvPr>
            <p:ph idx="1"/>
          </p:nvPr>
        </p:nvSpPr>
        <p:spPr/>
        <p:txBody>
          <a:bodyPr vert="horz" lIns="91440" tIns="45720" rIns="91440" bIns="45720" rtlCol="0" anchor="t">
            <a:noAutofit/>
          </a:bodyPr>
          <a:lstStyle/>
          <a:p>
            <a:pPr marL="0" indent="0" algn="ctr">
              <a:buNone/>
            </a:pPr>
            <a:r>
              <a:rPr lang="en-US" sz="2400" u="sng">
                <a:ea typeface="+mn-lt"/>
                <a:cs typeface="+mn-lt"/>
              </a:rPr>
              <a:t>The target's professional background</a:t>
            </a:r>
          </a:p>
          <a:p>
            <a:pPr marL="342900" indent="-342900"/>
            <a:r>
              <a:rPr lang="en-US" sz="2400">
                <a:ea typeface="+mn-lt"/>
                <a:cs typeface="+mn-lt"/>
              </a:rPr>
              <a:t>Our target is our TA, Jayanth Kancherla. He is currently a Teaching Assistant in the Cybersecurity Master's Degree Program at Georgia Tech. </a:t>
            </a:r>
            <a:endParaRPr lang="en-US" sz="2400"/>
          </a:p>
          <a:p>
            <a:pPr marL="342900" indent="-342900"/>
            <a:r>
              <a:rPr lang="en-US" sz="2400">
                <a:ea typeface="+mn-lt"/>
                <a:cs typeface="+mn-lt"/>
              </a:rPr>
              <a:t>Mr. Kancherla is based out of San Francisco, CA</a:t>
            </a:r>
            <a:endParaRPr lang="en-US" sz="2400"/>
          </a:p>
          <a:p>
            <a:pPr marL="342900" indent="-342900"/>
            <a:r>
              <a:rPr lang="en-US" sz="2400"/>
              <a:t>He obtained his Bachelor's degree from Purdue University in Cybersecurity</a:t>
            </a:r>
          </a:p>
          <a:p>
            <a:pPr marL="342900" indent="-342900"/>
            <a:r>
              <a:rPr lang="en-US" sz="2400"/>
              <a:t>He holds the Privacy Management Professional certification and Python Programming certification.</a:t>
            </a:r>
          </a:p>
          <a:p>
            <a:pPr marL="342900" indent="-342900"/>
            <a:r>
              <a:rPr lang="en-US" sz="2400"/>
              <a:t>Member of the Tau Kappa Epsilon fraternity  </a:t>
            </a:r>
          </a:p>
          <a:p>
            <a:endParaRPr lang="en-US"/>
          </a:p>
          <a:p>
            <a:endParaRPr lang="en-US"/>
          </a:p>
        </p:txBody>
      </p:sp>
    </p:spTree>
    <p:extLst>
      <p:ext uri="{BB962C8B-B14F-4D97-AF65-F5344CB8AC3E}">
        <p14:creationId xmlns:p14="http://schemas.microsoft.com/office/powerpoint/2010/main" val="42933475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B130B-35E2-4324-A469-8281F94B7A3D}"/>
              </a:ext>
            </a:extLst>
          </p:cNvPr>
          <p:cNvSpPr>
            <a:spLocks noGrp="1"/>
          </p:cNvSpPr>
          <p:nvPr>
            <p:ph type="title"/>
          </p:nvPr>
        </p:nvSpPr>
        <p:spPr/>
        <p:txBody>
          <a:bodyPr>
            <a:normAutofit/>
          </a:bodyPr>
          <a:lstStyle/>
          <a:p>
            <a:r>
              <a:rPr lang="en-US">
                <a:latin typeface="Rockwell Condensed"/>
              </a:rPr>
              <a:t>THE reconnaissance MISSION</a:t>
            </a:r>
            <a:endParaRPr lang="en-US" err="1">
              <a:latin typeface="Rockwell Condensed"/>
            </a:endParaRPr>
          </a:p>
        </p:txBody>
      </p:sp>
      <p:sp>
        <p:nvSpPr>
          <p:cNvPr id="3" name="Content Placeholder 2">
            <a:extLst>
              <a:ext uri="{FF2B5EF4-FFF2-40B4-BE49-F238E27FC236}">
                <a16:creationId xmlns:a16="http://schemas.microsoft.com/office/drawing/2014/main" id="{6EAD05ED-7BF7-4268-8BEF-4BA2C6D7A8BE}"/>
              </a:ext>
            </a:extLst>
          </p:cNvPr>
          <p:cNvSpPr>
            <a:spLocks noGrp="1"/>
          </p:cNvSpPr>
          <p:nvPr>
            <p:ph idx="1"/>
          </p:nvPr>
        </p:nvSpPr>
        <p:spPr/>
        <p:txBody>
          <a:bodyPr vert="horz" lIns="91440" tIns="45720" rIns="91440" bIns="45720" rtlCol="0" anchor="t">
            <a:normAutofit/>
          </a:bodyPr>
          <a:lstStyle/>
          <a:p>
            <a:pPr marL="0" indent="0" algn="ctr">
              <a:buNone/>
            </a:pPr>
            <a:r>
              <a:rPr lang="en-US" sz="2400"/>
              <a:t>We set out to establish specific environments that we could utilize to give our campaign the best chance to succeed in tricking the target into clicking the link that we provided. We knew this would be tough given the security experience that the target has. </a:t>
            </a:r>
            <a:endParaRPr lang="en-US"/>
          </a:p>
          <a:p>
            <a:pPr marL="0" indent="0" algn="ctr">
              <a:buNone/>
            </a:pPr>
            <a:endParaRPr lang="en-US" sz="2400"/>
          </a:p>
          <a:p>
            <a:pPr marL="0" indent="0" algn="ctr">
              <a:buNone/>
            </a:pPr>
            <a:r>
              <a:rPr lang="en-US" sz="2400" u="sng"/>
              <a:t>Areas that we identified</a:t>
            </a:r>
          </a:p>
          <a:p>
            <a:pPr marL="342900" indent="-342900"/>
            <a:r>
              <a:rPr lang="en-US" sz="2400"/>
              <a:t>Questions and concerns from students</a:t>
            </a:r>
          </a:p>
          <a:p>
            <a:pPr marL="342900" indent="-342900"/>
            <a:r>
              <a:rPr lang="en-US" sz="2400"/>
              <a:t>Receiving an email from a higher up such as Milton Mueller</a:t>
            </a:r>
          </a:p>
          <a:p>
            <a:pPr marL="342900" indent="-342900"/>
            <a:r>
              <a:rPr lang="en-US" sz="2400"/>
              <a:t>Personal interests such as sports or hometown news</a:t>
            </a:r>
          </a:p>
        </p:txBody>
      </p:sp>
    </p:spTree>
    <p:extLst>
      <p:ext uri="{BB962C8B-B14F-4D97-AF65-F5344CB8AC3E}">
        <p14:creationId xmlns:p14="http://schemas.microsoft.com/office/powerpoint/2010/main" val="31751716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1EC3C-9E5C-40EF-8563-6CF2D3BB26C5}"/>
              </a:ext>
            </a:extLst>
          </p:cNvPr>
          <p:cNvSpPr>
            <a:spLocks noGrp="1"/>
          </p:cNvSpPr>
          <p:nvPr>
            <p:ph type="title"/>
          </p:nvPr>
        </p:nvSpPr>
        <p:spPr/>
        <p:txBody>
          <a:bodyPr>
            <a:normAutofit/>
          </a:bodyPr>
          <a:lstStyle/>
          <a:p>
            <a:r>
              <a:rPr lang="en-US">
                <a:latin typeface="Rockwell Condensed"/>
              </a:rPr>
              <a:t>TARGETTING THE TARGET</a:t>
            </a:r>
          </a:p>
        </p:txBody>
      </p:sp>
      <p:sp>
        <p:nvSpPr>
          <p:cNvPr id="3" name="Content Placeholder 2">
            <a:extLst>
              <a:ext uri="{FF2B5EF4-FFF2-40B4-BE49-F238E27FC236}">
                <a16:creationId xmlns:a16="http://schemas.microsoft.com/office/drawing/2014/main" id="{693F51B5-CA7A-4E45-9BED-C51765B2AF40}"/>
              </a:ext>
            </a:extLst>
          </p:cNvPr>
          <p:cNvSpPr>
            <a:spLocks noGrp="1"/>
          </p:cNvSpPr>
          <p:nvPr>
            <p:ph idx="1"/>
          </p:nvPr>
        </p:nvSpPr>
        <p:spPr/>
        <p:txBody>
          <a:bodyPr vert="horz" lIns="91440" tIns="45720" rIns="91440" bIns="45720" rtlCol="0" anchor="t">
            <a:normAutofit/>
          </a:bodyPr>
          <a:lstStyle/>
          <a:p>
            <a:pPr marL="0" indent="0" algn="ctr">
              <a:buNone/>
            </a:pPr>
            <a:r>
              <a:rPr lang="en-US" sz="2400"/>
              <a:t>After reviewing the potential areas that could provide a successful outcome, we were able to settle on a specific focus area. The focus area that we believe would garner us the most successful outcome was questions and concerns from students. </a:t>
            </a:r>
          </a:p>
          <a:p>
            <a:pPr marL="0" indent="0" algn="ctr">
              <a:buNone/>
            </a:pPr>
            <a:r>
              <a:rPr lang="en-US" sz="2400"/>
              <a:t>Student's questions and concerns are generally of the utmost importance to Instructors and TA's because not only do they have a responsibility to guide a student in the right direction if they need help, it would also be morally wrong to ignore such requests.</a:t>
            </a:r>
          </a:p>
        </p:txBody>
      </p:sp>
    </p:spTree>
    <p:extLst>
      <p:ext uri="{BB962C8B-B14F-4D97-AF65-F5344CB8AC3E}">
        <p14:creationId xmlns:p14="http://schemas.microsoft.com/office/powerpoint/2010/main" val="22431132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D210C-1515-4EF8-ACB2-E7E0849F72A6}"/>
              </a:ext>
            </a:extLst>
          </p:cNvPr>
          <p:cNvSpPr>
            <a:spLocks noGrp="1"/>
          </p:cNvSpPr>
          <p:nvPr>
            <p:ph type="title"/>
          </p:nvPr>
        </p:nvSpPr>
        <p:spPr/>
        <p:txBody>
          <a:bodyPr>
            <a:normAutofit/>
          </a:bodyPr>
          <a:lstStyle/>
          <a:p>
            <a:r>
              <a:rPr lang="en-US">
                <a:latin typeface="Rockwell Condensed"/>
              </a:rPr>
              <a:t>THE VULNERABILITY</a:t>
            </a:r>
          </a:p>
        </p:txBody>
      </p:sp>
      <p:sp>
        <p:nvSpPr>
          <p:cNvPr id="3" name="Content Placeholder 2">
            <a:extLst>
              <a:ext uri="{FF2B5EF4-FFF2-40B4-BE49-F238E27FC236}">
                <a16:creationId xmlns:a16="http://schemas.microsoft.com/office/drawing/2014/main" id="{7AF99E9C-DFA5-437A-9B7C-DA3AABCA9A76}"/>
              </a:ext>
            </a:extLst>
          </p:cNvPr>
          <p:cNvSpPr>
            <a:spLocks noGrp="1"/>
          </p:cNvSpPr>
          <p:nvPr>
            <p:ph idx="1"/>
          </p:nvPr>
        </p:nvSpPr>
        <p:spPr/>
        <p:txBody>
          <a:bodyPr vert="horz" lIns="91440" tIns="45720" rIns="91440" bIns="45720" rtlCol="0" anchor="t">
            <a:normAutofit lnSpcReduction="10000"/>
          </a:bodyPr>
          <a:lstStyle/>
          <a:p>
            <a:pPr marL="0" indent="0" algn="ctr">
              <a:buNone/>
            </a:pPr>
            <a:r>
              <a:rPr lang="en-US" sz="2400">
                <a:ea typeface="+mn-lt"/>
                <a:cs typeface="+mn-lt"/>
              </a:rPr>
              <a:t>We were able to identify one specific vulnerability. We recognized that there are two scenarios in which the TA would likely have to respond. These scenarios were responding to Piazza communications from students and responding to student concerns over inappropriate actions by other students.</a:t>
            </a:r>
            <a:endParaRPr lang="en-US"/>
          </a:p>
          <a:p>
            <a:pPr marL="0" indent="0" algn="ctr">
              <a:buNone/>
            </a:pPr>
            <a:r>
              <a:rPr lang="en-US" sz="2400"/>
              <a:t>We realized that we had no way to know how the target is notified in the event of an inappropriate action by a student. Thus the idea was abandoned. We did some additional recon and found out exactly how other TA's receive Piazza notifications. Thus, we decided that it was to our advantage to craft a message to look and feel like a legitimate Piazza notification so that the target would use the link provided to respond. </a:t>
            </a:r>
            <a:endParaRPr lang="en-US"/>
          </a:p>
        </p:txBody>
      </p:sp>
    </p:spTree>
    <p:extLst>
      <p:ext uri="{BB962C8B-B14F-4D97-AF65-F5344CB8AC3E}">
        <p14:creationId xmlns:p14="http://schemas.microsoft.com/office/powerpoint/2010/main" val="17767086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C53B7-B67A-4F7C-A839-4A614CA49BBD}"/>
              </a:ext>
            </a:extLst>
          </p:cNvPr>
          <p:cNvSpPr>
            <a:spLocks noGrp="1"/>
          </p:cNvSpPr>
          <p:nvPr>
            <p:ph type="title"/>
          </p:nvPr>
        </p:nvSpPr>
        <p:spPr/>
        <p:txBody>
          <a:bodyPr>
            <a:noAutofit/>
          </a:bodyPr>
          <a:lstStyle/>
          <a:p>
            <a:r>
              <a:rPr lang="en-US">
                <a:latin typeface="Rockwell Condensed"/>
              </a:rPr>
              <a:t>POTENTIAL FOR FAILURE</a:t>
            </a:r>
          </a:p>
        </p:txBody>
      </p:sp>
      <p:sp>
        <p:nvSpPr>
          <p:cNvPr id="3" name="Content Placeholder 2">
            <a:extLst>
              <a:ext uri="{FF2B5EF4-FFF2-40B4-BE49-F238E27FC236}">
                <a16:creationId xmlns:a16="http://schemas.microsoft.com/office/drawing/2014/main" id="{E83E6696-73E2-4F8C-A703-E975F181541C}"/>
              </a:ext>
            </a:extLst>
          </p:cNvPr>
          <p:cNvSpPr>
            <a:spLocks noGrp="1"/>
          </p:cNvSpPr>
          <p:nvPr>
            <p:ph idx="1"/>
          </p:nvPr>
        </p:nvSpPr>
        <p:spPr/>
        <p:txBody>
          <a:bodyPr vert="horz" lIns="91440" tIns="45720" rIns="91440" bIns="45720" rtlCol="0" anchor="t">
            <a:normAutofit/>
          </a:bodyPr>
          <a:lstStyle/>
          <a:p>
            <a:pPr marL="0" indent="0" algn="ctr">
              <a:buNone/>
            </a:pPr>
            <a:r>
              <a:rPr lang="en-US" sz="2400"/>
              <a:t>As always, there will be the potential for some degree of failure. The areas that we identified that are potential points of failure were:</a:t>
            </a:r>
          </a:p>
          <a:p>
            <a:pPr marL="342900" indent="-342900">
              <a:buFont typeface="Wingdings"/>
            </a:pPr>
            <a:r>
              <a:rPr lang="en-US" sz="2400"/>
              <a:t>The TA picking up on an anomaly in our message and/or how it is displayed. </a:t>
            </a:r>
          </a:p>
          <a:p>
            <a:pPr marL="342900" indent="-342900">
              <a:buFont typeface="Wingdings"/>
            </a:pPr>
            <a:r>
              <a:rPr lang="en-US" sz="2400"/>
              <a:t>The TA using an email system other than Outlook and taking a deeper look at the sender of the email address</a:t>
            </a:r>
          </a:p>
          <a:p>
            <a:pPr marL="342900" indent="-342900">
              <a:buFont typeface="Wingdings"/>
            </a:pPr>
            <a:r>
              <a:rPr lang="en-US" sz="2400"/>
              <a:t>The GA Tech email system catching and discarding our message</a:t>
            </a:r>
          </a:p>
          <a:p>
            <a:pPr marL="342900" indent="-342900">
              <a:buFont typeface="Wingdings"/>
            </a:pPr>
            <a:r>
              <a:rPr lang="en-US" sz="2400"/>
              <a:t>The TA going directly to Piazza to view his notification instead of clicking on the link that we provided. </a:t>
            </a:r>
          </a:p>
        </p:txBody>
      </p:sp>
    </p:spTree>
    <p:extLst>
      <p:ext uri="{BB962C8B-B14F-4D97-AF65-F5344CB8AC3E}">
        <p14:creationId xmlns:p14="http://schemas.microsoft.com/office/powerpoint/2010/main" val="23307490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C53B7-B67A-4F7C-A839-4A614CA49BBD}"/>
              </a:ext>
            </a:extLst>
          </p:cNvPr>
          <p:cNvSpPr>
            <a:spLocks noGrp="1"/>
          </p:cNvSpPr>
          <p:nvPr>
            <p:ph type="title"/>
          </p:nvPr>
        </p:nvSpPr>
        <p:spPr/>
        <p:txBody>
          <a:bodyPr>
            <a:noAutofit/>
          </a:bodyPr>
          <a:lstStyle/>
          <a:p>
            <a:r>
              <a:rPr lang="en-US">
                <a:ea typeface="+mj-lt"/>
                <a:cs typeface="+mj-lt"/>
              </a:rPr>
              <a:t>EMOTET Trojan Malware (via </a:t>
            </a:r>
            <a:r>
              <a:rPr lang="en-US" err="1">
                <a:ea typeface="+mj-lt"/>
                <a:cs typeface="+mj-lt"/>
              </a:rPr>
              <a:t>Powershell</a:t>
            </a:r>
            <a:r>
              <a:rPr lang="en-US">
                <a:ea typeface="+mj-lt"/>
                <a:cs typeface="+mj-lt"/>
              </a:rPr>
              <a:t>)</a:t>
            </a:r>
            <a:endParaRPr lang="en-US">
              <a:latin typeface="Rockwell Condensed"/>
            </a:endParaRPr>
          </a:p>
        </p:txBody>
      </p:sp>
      <p:sp>
        <p:nvSpPr>
          <p:cNvPr id="3" name="Content Placeholder 2">
            <a:extLst>
              <a:ext uri="{FF2B5EF4-FFF2-40B4-BE49-F238E27FC236}">
                <a16:creationId xmlns:a16="http://schemas.microsoft.com/office/drawing/2014/main" id="{E83E6696-73E2-4F8C-A703-E975F181541C}"/>
              </a:ext>
            </a:extLst>
          </p:cNvPr>
          <p:cNvSpPr>
            <a:spLocks noGrp="1"/>
          </p:cNvSpPr>
          <p:nvPr>
            <p:ph idx="1"/>
          </p:nvPr>
        </p:nvSpPr>
        <p:spPr>
          <a:xfrm>
            <a:off x="1069848" y="2097596"/>
            <a:ext cx="10058400" cy="3824572"/>
          </a:xfrm>
        </p:spPr>
        <p:txBody>
          <a:bodyPr vert="horz" lIns="91440" tIns="45720" rIns="91440" bIns="45720" rtlCol="0" anchor="t">
            <a:normAutofit fontScale="85000" lnSpcReduction="10000"/>
          </a:bodyPr>
          <a:lstStyle/>
          <a:p>
            <a:pPr marL="0" indent="0" algn="ctr">
              <a:buNone/>
            </a:pPr>
            <a:r>
              <a:rPr lang="en-US" sz="2400" err="1">
                <a:ea typeface="+mn-lt"/>
                <a:cs typeface="+mn-lt"/>
              </a:rPr>
              <a:t>Emotet</a:t>
            </a:r>
            <a:r>
              <a:rPr lang="en-US" sz="2400">
                <a:ea typeface="+mn-lt"/>
                <a:cs typeface="+mn-lt"/>
              </a:rPr>
              <a:t> is a modular malware variant which is primarily used as a downloader for other malware variants such as </a:t>
            </a:r>
            <a:r>
              <a:rPr lang="en-US" sz="2400" err="1">
                <a:ea typeface="+mn-lt"/>
                <a:cs typeface="+mn-lt"/>
              </a:rPr>
              <a:t>TrickBot</a:t>
            </a:r>
            <a:r>
              <a:rPr lang="en-US" sz="2400">
                <a:ea typeface="+mn-lt"/>
                <a:cs typeface="+mn-lt"/>
              </a:rPr>
              <a:t>, </a:t>
            </a:r>
            <a:r>
              <a:rPr lang="en-US" sz="2400" err="1">
                <a:ea typeface="+mn-lt"/>
                <a:cs typeface="+mn-lt"/>
              </a:rPr>
              <a:t>Mimikatz</a:t>
            </a:r>
            <a:r>
              <a:rPr lang="en-US" sz="2400">
                <a:ea typeface="+mn-lt"/>
                <a:cs typeface="+mn-lt"/>
              </a:rPr>
              <a:t>, </a:t>
            </a:r>
            <a:r>
              <a:rPr lang="en-US" sz="2400" err="1">
                <a:ea typeface="+mn-lt"/>
                <a:cs typeface="+mn-lt"/>
              </a:rPr>
              <a:t>IcedID</a:t>
            </a:r>
            <a:r>
              <a:rPr lang="en-US" sz="2400">
                <a:ea typeface="+mn-lt"/>
                <a:cs typeface="+mn-lt"/>
              </a:rPr>
              <a:t>, and Ransomware. </a:t>
            </a:r>
            <a:r>
              <a:rPr lang="en-US" sz="2400" err="1">
                <a:ea typeface="+mn-lt"/>
                <a:cs typeface="+mn-lt"/>
              </a:rPr>
              <a:t>Emotet</a:t>
            </a:r>
            <a:r>
              <a:rPr lang="en-US" sz="2400">
                <a:ea typeface="+mn-lt"/>
                <a:cs typeface="+mn-lt"/>
              </a:rPr>
              <a:t> first emerged in June 2014 and has been primarily used to target the banking sector. </a:t>
            </a:r>
          </a:p>
          <a:p>
            <a:pPr marL="0" indent="0" algn="ctr">
              <a:buNone/>
            </a:pPr>
            <a:r>
              <a:rPr lang="en-US" sz="2400" err="1">
                <a:ea typeface="+mn-lt"/>
                <a:cs typeface="+mn-lt"/>
              </a:rPr>
              <a:t>Emotet</a:t>
            </a:r>
            <a:r>
              <a:rPr lang="en-US" sz="2400">
                <a:ea typeface="+mn-lt"/>
                <a:cs typeface="+mn-lt"/>
              </a:rPr>
              <a:t> was originally designed as a banking malware that attempted to sneak onto your computer and steal sensitive and private information. Later versions of the software saw the addition of spamming and malware delivery services—including other banking Trojans.</a:t>
            </a:r>
          </a:p>
          <a:p>
            <a:pPr marL="0" indent="0" algn="ctr">
              <a:buNone/>
            </a:pPr>
            <a:r>
              <a:rPr lang="en-US" sz="2400" err="1">
                <a:ea typeface="+mn-lt"/>
                <a:cs typeface="+mn-lt"/>
              </a:rPr>
              <a:t>Emotet</a:t>
            </a:r>
            <a:r>
              <a:rPr lang="en-US" sz="2400">
                <a:ea typeface="+mn-lt"/>
                <a:cs typeface="+mn-lt"/>
              </a:rPr>
              <a:t> uses worm-like capabilities to help spread to other connected computers. This helps in distribution of the malware.</a:t>
            </a:r>
            <a:endParaRPr lang="en-US" sz="2400"/>
          </a:p>
          <a:p>
            <a:pPr marL="0" indent="0" algn="ctr">
              <a:buNone/>
            </a:pPr>
            <a:r>
              <a:rPr lang="en-US" sz="2400" err="1">
                <a:ea typeface="+mn-lt"/>
                <a:cs typeface="+mn-lt"/>
              </a:rPr>
              <a:t>Emotet</a:t>
            </a:r>
            <a:r>
              <a:rPr lang="en-US" sz="2400">
                <a:ea typeface="+mn-lt"/>
                <a:cs typeface="+mn-lt"/>
              </a:rPr>
              <a:t> has gone through a few iterations. Early versions arrived as a malicious JavaScript file. Later versions evolved to use macro-enabled documents to retrieve the virus payload from command and control (C&amp;C) servers run by the attackers. </a:t>
            </a:r>
            <a:endParaRPr lang="en-US">
              <a:ea typeface="+mn-lt"/>
              <a:cs typeface="+mn-lt"/>
            </a:endParaRPr>
          </a:p>
          <a:p>
            <a:pPr marL="0" indent="0" algn="ctr">
              <a:buNone/>
            </a:pPr>
            <a:endParaRPr lang="en-US" sz="2400"/>
          </a:p>
        </p:txBody>
      </p:sp>
      <p:sp>
        <p:nvSpPr>
          <p:cNvPr id="4" name="Footer Placeholder 3">
            <a:extLst>
              <a:ext uri="{FF2B5EF4-FFF2-40B4-BE49-F238E27FC236}">
                <a16:creationId xmlns:a16="http://schemas.microsoft.com/office/drawing/2014/main" id="{96B5A1C6-6565-453D-B4F2-75A4ED0E97EB}"/>
              </a:ext>
            </a:extLst>
          </p:cNvPr>
          <p:cNvSpPr>
            <a:spLocks noGrp="1"/>
          </p:cNvSpPr>
          <p:nvPr>
            <p:ph type="ftr" sz="quarter" idx="11"/>
          </p:nvPr>
        </p:nvSpPr>
        <p:spPr>
          <a:xfrm>
            <a:off x="1075436" y="5625084"/>
            <a:ext cx="6340348" cy="1012825"/>
          </a:xfrm>
        </p:spPr>
        <p:txBody>
          <a:bodyPr/>
          <a:lstStyle/>
          <a:p>
            <a:r>
              <a:rPr lang="en-US"/>
              <a:t>Source - https://attack.mitre.org/software/S0367/ </a:t>
            </a:r>
          </a:p>
          <a:p>
            <a:r>
              <a:rPr lang="en-US"/>
              <a:t>Source - https://www.malwarebytes.com/emotet/  </a:t>
            </a:r>
          </a:p>
          <a:p>
            <a:r>
              <a:rPr lang="en-US"/>
              <a:t>Source - https://www.us-cert.gov/ncas/alerts/TA18-201A </a:t>
            </a:r>
          </a:p>
        </p:txBody>
      </p:sp>
    </p:spTree>
    <p:extLst>
      <p:ext uri="{BB962C8B-B14F-4D97-AF65-F5344CB8AC3E}">
        <p14:creationId xmlns:p14="http://schemas.microsoft.com/office/powerpoint/2010/main" val="24339594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C7F99-B68B-453D-A085-5A3150089ACB}"/>
              </a:ext>
            </a:extLst>
          </p:cNvPr>
          <p:cNvSpPr>
            <a:spLocks noGrp="1"/>
          </p:cNvSpPr>
          <p:nvPr>
            <p:ph type="title"/>
          </p:nvPr>
        </p:nvSpPr>
        <p:spPr/>
        <p:txBody>
          <a:bodyPr>
            <a:noAutofit/>
          </a:bodyPr>
          <a:lstStyle/>
          <a:p>
            <a:r>
              <a:rPr lang="en-US">
                <a:latin typeface="Rockwell Condensed"/>
              </a:rPr>
              <a:t>command-and-control (C2) node &amp; backend</a:t>
            </a:r>
          </a:p>
        </p:txBody>
      </p:sp>
      <p:sp>
        <p:nvSpPr>
          <p:cNvPr id="3" name="Content Placeholder 2">
            <a:extLst>
              <a:ext uri="{FF2B5EF4-FFF2-40B4-BE49-F238E27FC236}">
                <a16:creationId xmlns:a16="http://schemas.microsoft.com/office/drawing/2014/main" id="{49C73399-21A7-443E-A6C2-C9F1EA54CA9D}"/>
              </a:ext>
            </a:extLst>
          </p:cNvPr>
          <p:cNvSpPr>
            <a:spLocks noGrp="1"/>
          </p:cNvSpPr>
          <p:nvPr>
            <p:ph idx="1"/>
          </p:nvPr>
        </p:nvSpPr>
        <p:spPr>
          <a:xfrm>
            <a:off x="1069848" y="2033213"/>
            <a:ext cx="10058400" cy="4138987"/>
          </a:xfrm>
        </p:spPr>
        <p:txBody>
          <a:bodyPr vert="horz" lIns="91440" tIns="45720" rIns="91440" bIns="45720" rtlCol="0" anchor="t">
            <a:normAutofit fontScale="77500" lnSpcReduction="20000"/>
          </a:bodyPr>
          <a:lstStyle/>
          <a:p>
            <a:pPr marL="0" indent="0">
              <a:buNone/>
            </a:pPr>
            <a:r>
              <a:rPr lang="en-US" sz="2400">
                <a:ea typeface="+mn-lt"/>
                <a:cs typeface="+mn-lt"/>
              </a:rPr>
              <a:t>Using the MITRE </a:t>
            </a:r>
            <a:r>
              <a:rPr lang="en-US" sz="2400" err="1">
                <a:ea typeface="+mn-lt"/>
                <a:cs typeface="+mn-lt"/>
              </a:rPr>
              <a:t>Att&amp;ck</a:t>
            </a:r>
            <a:r>
              <a:rPr lang="en-US" sz="2400">
                <a:ea typeface="+mn-lt"/>
                <a:cs typeface="+mn-lt"/>
              </a:rPr>
              <a:t> crosswalk, Group 17 will be using the EMOTET exploit to conduct initial access, and move on to execution, persistence, privilege escalation, discovery, lateral movement, command and control, and exfiltration techniques:</a:t>
            </a:r>
            <a:endParaRPr lang="en-US" sz="2400"/>
          </a:p>
          <a:p>
            <a:r>
              <a:rPr lang="en-US" sz="2400" b="1">
                <a:ea typeface="+mn-lt"/>
                <a:cs typeface="+mn-lt"/>
              </a:rPr>
              <a:t>Initial Access – </a:t>
            </a:r>
            <a:r>
              <a:rPr lang="en-US" sz="2400" b="1" err="1">
                <a:ea typeface="+mn-lt"/>
                <a:cs typeface="+mn-lt"/>
              </a:rPr>
              <a:t>Spearphishing</a:t>
            </a:r>
            <a:r>
              <a:rPr lang="en-US" sz="2400" b="1">
                <a:ea typeface="+mn-lt"/>
                <a:cs typeface="+mn-lt"/>
              </a:rPr>
              <a:t> Link T1566.002, to deliver </a:t>
            </a:r>
            <a:r>
              <a:rPr lang="en-US" sz="2400" b="1" err="1">
                <a:ea typeface="+mn-lt"/>
                <a:cs typeface="+mn-lt"/>
              </a:rPr>
              <a:t>Emotet</a:t>
            </a:r>
            <a:endParaRPr lang="en-US" sz="2400"/>
          </a:p>
          <a:p>
            <a:r>
              <a:rPr lang="en-US" sz="2400" b="1">
                <a:ea typeface="+mn-lt"/>
                <a:cs typeface="+mn-lt"/>
              </a:rPr>
              <a:t>Execution – </a:t>
            </a:r>
            <a:r>
              <a:rPr lang="en-US" sz="2400" b="1" err="1">
                <a:ea typeface="+mn-lt"/>
                <a:cs typeface="+mn-lt"/>
              </a:rPr>
              <a:t>Powershell</a:t>
            </a:r>
            <a:r>
              <a:rPr lang="en-US" sz="2400" b="1">
                <a:ea typeface="+mn-lt"/>
                <a:cs typeface="+mn-lt"/>
              </a:rPr>
              <a:t> T1059.001, to retrieve the malicious payload</a:t>
            </a:r>
            <a:endParaRPr lang="en-US" sz="2400"/>
          </a:p>
          <a:p>
            <a:r>
              <a:rPr lang="en-US" sz="2400" b="1">
                <a:ea typeface="+mn-lt"/>
                <a:cs typeface="+mn-lt"/>
              </a:rPr>
              <a:t>Persistence – Windows Service T1543.003, to repeatedly execute payloads and run background functions</a:t>
            </a:r>
            <a:endParaRPr lang="en-US" sz="2400"/>
          </a:p>
          <a:p>
            <a:r>
              <a:rPr lang="en-US" sz="2400" b="1">
                <a:ea typeface="+mn-lt"/>
                <a:cs typeface="+mn-lt"/>
              </a:rPr>
              <a:t>Privilege Escalation – Dynamic-link Library Injection T1055.001, will download a file from 157.245.255.137:5000 to download a file with an executable</a:t>
            </a:r>
            <a:endParaRPr lang="en-US" sz="2400"/>
          </a:p>
          <a:p>
            <a:r>
              <a:rPr lang="en-US" sz="2400" b="1">
                <a:ea typeface="+mn-lt"/>
                <a:cs typeface="+mn-lt"/>
              </a:rPr>
              <a:t>Discovery – Email Account T1087.003, to scrape email addresses from Outlook</a:t>
            </a:r>
            <a:endParaRPr lang="en-US" sz="2400"/>
          </a:p>
          <a:p>
            <a:r>
              <a:rPr lang="en-US" sz="2400" b="1">
                <a:ea typeface="+mn-lt"/>
                <a:cs typeface="+mn-lt"/>
              </a:rPr>
              <a:t>Lateral Movement – Exploitation of Remote Services T1219, for propagation</a:t>
            </a:r>
            <a:endParaRPr lang="en-US" sz="2400"/>
          </a:p>
          <a:p>
            <a:r>
              <a:rPr lang="en-US" sz="2400" b="1">
                <a:ea typeface="+mn-lt"/>
                <a:cs typeface="+mn-lt"/>
              </a:rPr>
              <a:t>C2 – Non-Standard Port T1571, HTTP over port 50000</a:t>
            </a:r>
            <a:endParaRPr lang="en-US" sz="2400"/>
          </a:p>
          <a:p>
            <a:r>
              <a:rPr lang="en-US" sz="2400" b="1">
                <a:ea typeface="+mn-lt"/>
                <a:cs typeface="+mn-lt"/>
              </a:rPr>
              <a:t>Exfiltration – Exfiltration Over C2 Channel T1041</a:t>
            </a:r>
            <a:endParaRPr lang="en-US"/>
          </a:p>
          <a:p>
            <a:pPr marL="0" indent="0" algn="ctr">
              <a:buNone/>
            </a:pPr>
            <a:endParaRPr lang="en-US" sz="2400"/>
          </a:p>
          <a:p>
            <a:endParaRPr lang="en-US"/>
          </a:p>
        </p:txBody>
      </p:sp>
      <p:sp>
        <p:nvSpPr>
          <p:cNvPr id="4" name="Footer Placeholder 3">
            <a:extLst>
              <a:ext uri="{FF2B5EF4-FFF2-40B4-BE49-F238E27FC236}">
                <a16:creationId xmlns:a16="http://schemas.microsoft.com/office/drawing/2014/main" id="{9A9E3526-4512-49D3-A980-7FA092BCD9EE}"/>
              </a:ext>
            </a:extLst>
          </p:cNvPr>
          <p:cNvSpPr>
            <a:spLocks noGrp="1"/>
          </p:cNvSpPr>
          <p:nvPr>
            <p:ph type="ftr" sz="quarter" idx="11"/>
          </p:nvPr>
        </p:nvSpPr>
        <p:spPr/>
        <p:txBody>
          <a:bodyPr/>
          <a:lstStyle/>
          <a:p>
            <a:r>
              <a:rPr lang="en-US"/>
              <a:t>Source - https://mitre-attack.github.io/attack-navigator/enterprise/#layerURL=https%3A%2F%2Fattack.mitre.org%2Fsoftware%2FS0367%2FS0367-enterprise-layer.json</a:t>
            </a:r>
          </a:p>
        </p:txBody>
      </p:sp>
    </p:spTree>
    <p:extLst>
      <p:ext uri="{BB962C8B-B14F-4D97-AF65-F5344CB8AC3E}">
        <p14:creationId xmlns:p14="http://schemas.microsoft.com/office/powerpoint/2010/main" val="682193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7228C-B9AF-49C1-B123-D542078E4C93}"/>
              </a:ext>
            </a:extLst>
          </p:cNvPr>
          <p:cNvSpPr>
            <a:spLocks noGrp="1"/>
          </p:cNvSpPr>
          <p:nvPr>
            <p:ph type="title"/>
          </p:nvPr>
        </p:nvSpPr>
        <p:spPr/>
        <p:txBody>
          <a:bodyPr vert="horz" lIns="91440" tIns="45720" rIns="91440" bIns="45720" rtlCol="0" anchor="ctr">
            <a:noAutofit/>
          </a:bodyPr>
          <a:lstStyle/>
          <a:p>
            <a:r>
              <a:rPr lang="en-US">
                <a:latin typeface="Rockwell Condensed"/>
              </a:rPr>
              <a:t>The delivery platform</a:t>
            </a:r>
            <a:br>
              <a:rPr lang="en-US" sz="3600">
                <a:latin typeface="Rockwell"/>
              </a:rPr>
            </a:br>
            <a:endParaRPr lang="en-US" sz="3600">
              <a:ea typeface="+mj-lt"/>
              <a:cs typeface="+mj-lt"/>
            </a:endParaRPr>
          </a:p>
        </p:txBody>
      </p:sp>
      <p:sp>
        <p:nvSpPr>
          <p:cNvPr id="3" name="Content Placeholder 2">
            <a:extLst>
              <a:ext uri="{FF2B5EF4-FFF2-40B4-BE49-F238E27FC236}">
                <a16:creationId xmlns:a16="http://schemas.microsoft.com/office/drawing/2014/main" id="{B97C81C1-C9B7-4CD2-8D27-DB252B96EBE0}"/>
              </a:ext>
            </a:extLst>
          </p:cNvPr>
          <p:cNvSpPr>
            <a:spLocks noGrp="1"/>
          </p:cNvSpPr>
          <p:nvPr>
            <p:ph idx="1"/>
          </p:nvPr>
        </p:nvSpPr>
        <p:spPr/>
        <p:txBody>
          <a:bodyPr vert="horz" lIns="91440" tIns="45720" rIns="91440" bIns="45720" rtlCol="0" anchor="t">
            <a:normAutofit/>
          </a:bodyPr>
          <a:lstStyle/>
          <a:p>
            <a:pPr marL="0" indent="0" algn="ctr">
              <a:buNone/>
            </a:pPr>
            <a:endParaRPr lang="en-US" sz="2400"/>
          </a:p>
          <a:p>
            <a:pPr marL="0" indent="0" algn="ctr">
              <a:buNone/>
            </a:pPr>
            <a:r>
              <a:rPr lang="en-US" sz="2400"/>
              <a:t>The delivery platform happens via a download and running of an </a:t>
            </a:r>
            <a:r>
              <a:rPr lang="en-US" sz="2400" err="1"/>
              <a:t>Emotet</a:t>
            </a:r>
            <a:r>
              <a:rPr lang="en-US" sz="2400"/>
              <a:t> executable. The spoofed email will have a download link pointing to an obfuscated piazza URL. This URL is easy to miss especially after </a:t>
            </a:r>
            <a:r>
              <a:rPr lang="en-US" sz="2400">
                <a:ea typeface="+mn-lt"/>
                <a:cs typeface="+mn-lt"/>
              </a:rPr>
              <a:t>establishing trust with the user</a:t>
            </a:r>
            <a:r>
              <a:rPr lang="en-US" sz="2400"/>
              <a:t> by coming from a legitimate source. The link would forward the TA to Homepage of Piazza while simultaneously beginning download in the background. The Ta will believe that question has been delated and that’s why link only sent him to homepage. </a:t>
            </a:r>
          </a:p>
          <a:p>
            <a:endParaRPr lang="en-US" sz="2400"/>
          </a:p>
          <a:p>
            <a:pPr marL="0" indent="0" algn="ctr">
              <a:buNone/>
            </a:pPr>
            <a:endParaRPr lang="en-US" sz="2400"/>
          </a:p>
        </p:txBody>
      </p:sp>
    </p:spTree>
    <p:extLst>
      <p:ext uri="{BB962C8B-B14F-4D97-AF65-F5344CB8AC3E}">
        <p14:creationId xmlns:p14="http://schemas.microsoft.com/office/powerpoint/2010/main" val="25814027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A09E1-0990-48EE-ADC5-3394CB2CE799}"/>
              </a:ext>
            </a:extLst>
          </p:cNvPr>
          <p:cNvSpPr>
            <a:spLocks noGrp="1"/>
          </p:cNvSpPr>
          <p:nvPr>
            <p:ph type="title"/>
          </p:nvPr>
        </p:nvSpPr>
        <p:spPr/>
        <p:txBody>
          <a:bodyPr vert="horz" lIns="91440" tIns="45720" rIns="91440" bIns="45720" rtlCol="0" anchor="ctr">
            <a:noAutofit/>
          </a:bodyPr>
          <a:lstStyle/>
          <a:p>
            <a:r>
              <a:rPr lang="en-US">
                <a:latin typeface="Rockwell Condensed"/>
              </a:rPr>
              <a:t>describes payload/exploit</a:t>
            </a:r>
            <a:br>
              <a:rPr lang="en-US" sz="3200">
                <a:latin typeface="Rockwell"/>
              </a:rPr>
            </a:br>
            <a:endParaRPr lang="en-US" sz="3200">
              <a:ea typeface="+mj-lt"/>
              <a:cs typeface="+mj-lt"/>
            </a:endParaRPr>
          </a:p>
        </p:txBody>
      </p:sp>
      <p:sp>
        <p:nvSpPr>
          <p:cNvPr id="3" name="Content Placeholder 2">
            <a:extLst>
              <a:ext uri="{FF2B5EF4-FFF2-40B4-BE49-F238E27FC236}">
                <a16:creationId xmlns:a16="http://schemas.microsoft.com/office/drawing/2014/main" id="{837B93E7-C09F-4979-99A9-E88FCE2FD44B}"/>
              </a:ext>
            </a:extLst>
          </p:cNvPr>
          <p:cNvSpPr>
            <a:spLocks noGrp="1"/>
          </p:cNvSpPr>
          <p:nvPr>
            <p:ph idx="1"/>
          </p:nvPr>
        </p:nvSpPr>
        <p:spPr/>
        <p:txBody>
          <a:bodyPr vert="horz" lIns="91440" tIns="45720" rIns="91440" bIns="45720" rtlCol="0" anchor="t">
            <a:normAutofit/>
          </a:bodyPr>
          <a:lstStyle/>
          <a:p>
            <a:pPr marL="0" indent="0" algn="ctr">
              <a:buNone/>
            </a:pPr>
            <a:r>
              <a:rPr lang="en-US" sz="2400">
                <a:ea typeface="+mn-lt"/>
                <a:cs typeface="+mn-lt"/>
              </a:rPr>
              <a:t>The executable file is a placeholder for the </a:t>
            </a:r>
            <a:r>
              <a:rPr lang="en-US" sz="2400" err="1">
                <a:ea typeface="+mn-lt"/>
                <a:cs typeface="+mn-lt"/>
              </a:rPr>
              <a:t>Emotet</a:t>
            </a:r>
            <a:r>
              <a:rPr lang="en-US" sz="2400">
                <a:ea typeface="+mn-lt"/>
                <a:cs typeface="+mn-lt"/>
              </a:rPr>
              <a:t> malware. This is custom built and contains no malware at all.</a:t>
            </a:r>
            <a:r>
              <a:rPr lang="en-US" sz="2400"/>
              <a:t> The server would log IPs and times of downloads (clicked links) as well executions of the program. </a:t>
            </a:r>
          </a:p>
          <a:p>
            <a:pPr marL="0" indent="0" algn="ctr">
              <a:buNone/>
            </a:pPr>
            <a:r>
              <a:rPr lang="en-US" sz="2400"/>
              <a:t>It is our assumption that the spoofed email happens by exploiting the trust between the Google and Outlook SMTP APIs. This is possible because of the lack of a systematic way of checking the "from" string in Google and Outlook's APIs.</a:t>
            </a:r>
          </a:p>
        </p:txBody>
      </p:sp>
    </p:spTree>
    <p:extLst>
      <p:ext uri="{BB962C8B-B14F-4D97-AF65-F5344CB8AC3E}">
        <p14:creationId xmlns:p14="http://schemas.microsoft.com/office/powerpoint/2010/main" val="1216129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A09E1-0990-48EE-ADC5-3394CB2CE799}"/>
              </a:ext>
            </a:extLst>
          </p:cNvPr>
          <p:cNvSpPr>
            <a:spLocks noGrp="1"/>
          </p:cNvSpPr>
          <p:nvPr>
            <p:ph type="title"/>
          </p:nvPr>
        </p:nvSpPr>
        <p:spPr/>
        <p:txBody>
          <a:bodyPr vert="horz" lIns="91440" tIns="45720" rIns="91440" bIns="45720" rtlCol="0" anchor="ctr">
            <a:noAutofit/>
          </a:bodyPr>
          <a:lstStyle/>
          <a:p>
            <a:r>
              <a:rPr lang="en-US">
                <a:latin typeface="Rockwell Condensed"/>
              </a:rPr>
              <a:t>describes payload/exploit cont.</a:t>
            </a:r>
            <a:br>
              <a:rPr lang="en-US" sz="3200">
                <a:latin typeface="Rockwell"/>
              </a:rPr>
            </a:br>
            <a:endParaRPr lang="en-US" sz="3200">
              <a:ea typeface="+mj-lt"/>
              <a:cs typeface="+mj-lt"/>
            </a:endParaRPr>
          </a:p>
        </p:txBody>
      </p:sp>
      <p:sp>
        <p:nvSpPr>
          <p:cNvPr id="3" name="Content Placeholder 2">
            <a:extLst>
              <a:ext uri="{FF2B5EF4-FFF2-40B4-BE49-F238E27FC236}">
                <a16:creationId xmlns:a16="http://schemas.microsoft.com/office/drawing/2014/main" id="{837B93E7-C09F-4979-99A9-E88FCE2FD44B}"/>
              </a:ext>
            </a:extLst>
          </p:cNvPr>
          <p:cNvSpPr>
            <a:spLocks noGrp="1"/>
          </p:cNvSpPr>
          <p:nvPr>
            <p:ph idx="1"/>
          </p:nvPr>
        </p:nvSpPr>
        <p:spPr/>
        <p:txBody>
          <a:bodyPr vert="horz" lIns="91440" tIns="45720" rIns="91440" bIns="45720" rtlCol="0" anchor="t">
            <a:normAutofit/>
          </a:bodyPr>
          <a:lstStyle/>
          <a:p>
            <a:pPr marL="0" indent="0" algn="ctr">
              <a:buNone/>
            </a:pPr>
            <a:r>
              <a:rPr lang="en-US" sz="2400">
                <a:ea typeface="+mn-lt"/>
                <a:cs typeface="+mn-lt"/>
              </a:rPr>
              <a:t>Google seems to take a more user-friendly approach to checking a from string. If the "from" string is wrong, Google automatically replaces the from with your username on its email service without changing your input.</a:t>
            </a:r>
            <a:endParaRPr lang="en-US" sz="2400"/>
          </a:p>
          <a:p>
            <a:pPr marL="0" indent="0" algn="ctr">
              <a:buNone/>
            </a:pPr>
            <a:r>
              <a:rPr lang="en-US" sz="2400"/>
              <a:t>Outlook is less user friendly. If the from string is wrong, Outlook's throws an error and stops the email from sending. Seems like there is no check done after that.</a:t>
            </a:r>
          </a:p>
          <a:p>
            <a:pPr marL="0" indent="0" algn="ctr">
              <a:buNone/>
            </a:pPr>
            <a:r>
              <a:rPr lang="en-US" sz="2400"/>
              <a:t>By using Google's API to send an email to Outlook, it seems we can bypass the "from" string check and override the sender and spoof another user.</a:t>
            </a:r>
          </a:p>
        </p:txBody>
      </p:sp>
    </p:spTree>
    <p:extLst>
      <p:ext uri="{BB962C8B-B14F-4D97-AF65-F5344CB8AC3E}">
        <p14:creationId xmlns:p14="http://schemas.microsoft.com/office/powerpoint/2010/main" val="36161496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F3B8C-CEE7-4045-9FDC-DD0231DBCE0A}"/>
              </a:ext>
            </a:extLst>
          </p:cNvPr>
          <p:cNvSpPr>
            <a:spLocks noGrp="1"/>
          </p:cNvSpPr>
          <p:nvPr>
            <p:ph type="title"/>
          </p:nvPr>
        </p:nvSpPr>
        <p:spPr/>
        <p:txBody>
          <a:bodyPr vert="horz" lIns="91440" tIns="45720" rIns="91440" bIns="45720" rtlCol="0" anchor="ctr">
            <a:noAutofit/>
          </a:bodyPr>
          <a:lstStyle/>
          <a:p>
            <a:r>
              <a:rPr lang="en-US">
                <a:latin typeface="Rockwell Condensed"/>
              </a:rPr>
              <a:t>Obtains plausible domain</a:t>
            </a:r>
            <a:br>
              <a:rPr lang="en-US" sz="3200">
                <a:latin typeface="Rockwell"/>
              </a:rPr>
            </a:br>
            <a:endParaRPr lang="en-US" sz="3200">
              <a:ea typeface="+mj-lt"/>
              <a:cs typeface="+mj-lt"/>
            </a:endParaRPr>
          </a:p>
        </p:txBody>
      </p:sp>
      <p:sp>
        <p:nvSpPr>
          <p:cNvPr id="3" name="Content Placeholder 2">
            <a:extLst>
              <a:ext uri="{FF2B5EF4-FFF2-40B4-BE49-F238E27FC236}">
                <a16:creationId xmlns:a16="http://schemas.microsoft.com/office/drawing/2014/main" id="{43B2A55F-51F3-4A25-90C3-EC80634762EA}"/>
              </a:ext>
            </a:extLst>
          </p:cNvPr>
          <p:cNvSpPr>
            <a:spLocks noGrp="1"/>
          </p:cNvSpPr>
          <p:nvPr>
            <p:ph idx="1"/>
          </p:nvPr>
        </p:nvSpPr>
        <p:spPr/>
        <p:txBody>
          <a:bodyPr vert="horz" lIns="91440" tIns="45720" rIns="91440" bIns="45720" rtlCol="0" anchor="t">
            <a:normAutofit fontScale="85000" lnSpcReduction="20000"/>
          </a:bodyPr>
          <a:lstStyle/>
          <a:p>
            <a:pPr algn="ctr">
              <a:buNone/>
            </a:pPr>
            <a:r>
              <a:rPr lang="en-US" sz="2400">
                <a:ea typeface="+mn-lt"/>
                <a:cs typeface="+mn-lt"/>
              </a:rPr>
              <a:t>We decided to design a spear phishing link that is like a common Georgia Tech platform used by students, instructors, and TAs; </a:t>
            </a:r>
            <a:r>
              <a:rPr lang="en-US" sz="2400">
                <a:ea typeface="+mn-lt"/>
                <a:cs typeface="+mn-lt"/>
                <a:hlinkClick r:id="rId2"/>
              </a:rPr>
              <a:t>www.piazza.com</a:t>
            </a:r>
            <a:r>
              <a:rPr lang="en-US" sz="2400">
                <a:ea typeface="+mn-lt"/>
                <a:cs typeface="+mn-lt"/>
              </a:rPr>
              <a:t>. The Group purchased a variation of the piazza domain to better obfuscate the spear phishing link for a higher likelihood of the victim to click. One member purchased the domain </a:t>
            </a:r>
            <a:r>
              <a:rPr lang="en-US" sz="2400">
                <a:ea typeface="+mn-lt"/>
                <a:cs typeface="+mn-lt"/>
                <a:hlinkClick r:id="rId3"/>
              </a:rPr>
              <a:t>www.piaszza[.]com</a:t>
            </a:r>
            <a:r>
              <a:rPr lang="en-US" sz="2400">
                <a:ea typeface="+mn-lt"/>
                <a:cs typeface="+mn-lt"/>
              </a:rPr>
              <a:t> from the domain registry enom.com for one year to ensure the victim, our TA, would have the most plausible email source and link contents.  </a:t>
            </a:r>
            <a:endParaRPr lang="en-US"/>
          </a:p>
          <a:p>
            <a:pPr>
              <a:buNone/>
            </a:pPr>
            <a:endParaRPr lang="en-US" sz="2400"/>
          </a:p>
          <a:p>
            <a:pPr>
              <a:buNone/>
            </a:pPr>
            <a:endParaRPr lang="en-US" sz="2400">
              <a:ea typeface="+mn-lt"/>
              <a:cs typeface="+mn-lt"/>
            </a:endParaRPr>
          </a:p>
          <a:p>
            <a:pPr>
              <a:buNone/>
            </a:pPr>
            <a:endParaRPr lang="en-US" sz="2400">
              <a:ea typeface="+mn-lt"/>
              <a:cs typeface="+mn-lt"/>
            </a:endParaRPr>
          </a:p>
          <a:p>
            <a:pPr algn="ctr">
              <a:buNone/>
            </a:pPr>
            <a:r>
              <a:rPr lang="en-US" sz="2400">
                <a:ea typeface="+mn-lt"/>
                <a:cs typeface="+mn-lt"/>
              </a:rPr>
              <a:t>The group verified ownership of the domain via a Google Site TXT record to the DNS configuration for piaszza.com so that Google could make Group17 the verified owner when Google finds the DNS record. Another teammate created the host records and A record to point to IP Address 157.245.255.137 for </a:t>
            </a:r>
            <a:r>
              <a:rPr lang="en-US" sz="2400">
                <a:ea typeface="+mn-lt"/>
                <a:cs typeface="+mn-lt"/>
                <a:hlinkClick r:id="rId4"/>
              </a:rPr>
              <a:t>www.piaszza[.]com</a:t>
            </a:r>
            <a:r>
              <a:rPr lang="en-US" sz="2400">
                <a:ea typeface="+mn-lt"/>
                <a:cs typeface="+mn-lt"/>
              </a:rPr>
              <a:t> </a:t>
            </a:r>
            <a:endParaRPr lang="en-US"/>
          </a:p>
          <a:p>
            <a:pPr>
              <a:buNone/>
            </a:pPr>
            <a:endParaRPr lang="en-US" sz="2400"/>
          </a:p>
          <a:p>
            <a:pPr marL="0" indent="0">
              <a:buNone/>
            </a:pPr>
            <a:endParaRPr lang="en-US" sz="2400"/>
          </a:p>
        </p:txBody>
      </p:sp>
      <p:pic>
        <p:nvPicPr>
          <p:cNvPr id="5" name="Picture 5" descr="A screenshot of a cell phone&#10;&#10;Description automatically generated">
            <a:extLst>
              <a:ext uri="{FF2B5EF4-FFF2-40B4-BE49-F238E27FC236}">
                <a16:creationId xmlns:a16="http://schemas.microsoft.com/office/drawing/2014/main" id="{3FD4491C-20B9-41C5-A44C-4C7642793A12}"/>
              </a:ext>
            </a:extLst>
          </p:cNvPr>
          <p:cNvPicPr>
            <a:picLocks noChangeAspect="1"/>
          </p:cNvPicPr>
          <p:nvPr/>
        </p:nvPicPr>
        <p:blipFill>
          <a:blip r:embed="rId5"/>
          <a:stretch>
            <a:fillRect/>
          </a:stretch>
        </p:blipFill>
        <p:spPr>
          <a:xfrm>
            <a:off x="2625777" y="3652812"/>
            <a:ext cx="6165953" cy="976439"/>
          </a:xfrm>
          <a:prstGeom prst="rect">
            <a:avLst/>
          </a:prstGeom>
        </p:spPr>
      </p:pic>
    </p:spTree>
    <p:extLst>
      <p:ext uri="{BB962C8B-B14F-4D97-AF65-F5344CB8AC3E}">
        <p14:creationId xmlns:p14="http://schemas.microsoft.com/office/powerpoint/2010/main" val="24636240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2EF96-E6E8-46B5-BA7B-0DE966B2DECD}"/>
              </a:ext>
            </a:extLst>
          </p:cNvPr>
          <p:cNvSpPr>
            <a:spLocks noGrp="1"/>
          </p:cNvSpPr>
          <p:nvPr>
            <p:ph type="title"/>
          </p:nvPr>
        </p:nvSpPr>
        <p:spPr/>
        <p:txBody>
          <a:bodyPr>
            <a:noAutofit/>
          </a:bodyPr>
          <a:lstStyle/>
          <a:p>
            <a:r>
              <a:rPr lang="en-US">
                <a:latin typeface="Rockwell Condensed"/>
              </a:rPr>
              <a:t>EMOTET INFECTION CHAIN VIA SPEARPHISHING LINK (steps 1-4)</a:t>
            </a:r>
          </a:p>
        </p:txBody>
      </p:sp>
      <p:pic>
        <p:nvPicPr>
          <p:cNvPr id="8" name="Picture 8">
            <a:extLst>
              <a:ext uri="{FF2B5EF4-FFF2-40B4-BE49-F238E27FC236}">
                <a16:creationId xmlns:a16="http://schemas.microsoft.com/office/drawing/2014/main" id="{5DF0F14D-922D-4547-A49B-A11174DCAADA}"/>
              </a:ext>
            </a:extLst>
          </p:cNvPr>
          <p:cNvPicPr>
            <a:picLocks noGrp="1" noChangeAspect="1"/>
          </p:cNvPicPr>
          <p:nvPr>
            <p:ph idx="1"/>
          </p:nvPr>
        </p:nvPicPr>
        <p:blipFill>
          <a:blip r:embed="rId2"/>
          <a:stretch>
            <a:fillRect/>
          </a:stretch>
        </p:blipFill>
        <p:spPr>
          <a:xfrm>
            <a:off x="3987465" y="6283371"/>
            <a:ext cx="7296150" cy="323850"/>
          </a:xfrm>
        </p:spPr>
      </p:pic>
      <p:sp>
        <p:nvSpPr>
          <p:cNvPr id="10" name="TextBox 9">
            <a:extLst>
              <a:ext uri="{FF2B5EF4-FFF2-40B4-BE49-F238E27FC236}">
                <a16:creationId xmlns:a16="http://schemas.microsoft.com/office/drawing/2014/main" id="{BCC21E4D-EE69-43F4-ADAE-88FF882A3661}"/>
              </a:ext>
            </a:extLst>
          </p:cNvPr>
          <p:cNvSpPr txBox="1"/>
          <p:nvPr/>
        </p:nvSpPr>
        <p:spPr>
          <a:xfrm>
            <a:off x="489679" y="2188564"/>
            <a:ext cx="3505199" cy="498598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ea typeface="+mn-lt"/>
                <a:cs typeface="+mn-lt"/>
              </a:rPr>
              <a:t>Steps: </a:t>
            </a:r>
          </a:p>
          <a:p>
            <a:r>
              <a:rPr lang="en-US" sz="2000">
                <a:ea typeface="+mn-lt"/>
                <a:cs typeface="+mn-lt"/>
              </a:rPr>
              <a:t>1.Malspam arrives in email with embedded URL. </a:t>
            </a:r>
          </a:p>
          <a:p>
            <a:r>
              <a:rPr lang="en-US" sz="2000">
                <a:ea typeface="+mn-lt"/>
                <a:cs typeface="+mn-lt"/>
              </a:rPr>
              <a:t>From: </a:t>
            </a:r>
            <a:r>
              <a:rPr lang="en-US" sz="1200">
                <a:ea typeface="+mn-lt"/>
                <a:cs typeface="+mn-lt"/>
              </a:rPr>
              <a:t>PUBP-6725-OCY O01on Piazza &lt;no-reply@piazza.com&gt;</a:t>
            </a:r>
            <a:endParaRPr lang="en-US" sz="1200">
              <a:solidFill>
                <a:srgbClr val="FF0000"/>
              </a:solidFill>
            </a:endParaRPr>
          </a:p>
          <a:p>
            <a:r>
              <a:rPr lang="en-US" sz="2000">
                <a:ea typeface="+mn-lt"/>
                <a:cs typeface="+mn-lt"/>
              </a:rPr>
              <a:t>Subject: </a:t>
            </a:r>
            <a:r>
              <a:rPr lang="en-US" sz="1200">
                <a:ea typeface="+mn-lt"/>
                <a:cs typeface="+mn-lt"/>
              </a:rPr>
              <a:t>I am very new to programming </a:t>
            </a:r>
            <a:endParaRPr lang="en-US" sz="2000">
              <a:solidFill>
                <a:srgbClr val="FF0000"/>
              </a:solidFill>
            </a:endParaRPr>
          </a:p>
          <a:p>
            <a:r>
              <a:rPr lang="en-US" sz="2000">
                <a:ea typeface="+mn-lt"/>
                <a:cs typeface="+mn-lt"/>
              </a:rPr>
              <a:t>2. Victim clicks on Link.</a:t>
            </a:r>
            <a:endParaRPr lang="en-US" sz="2000"/>
          </a:p>
          <a:p>
            <a:r>
              <a:rPr lang="en-US" sz="2000">
                <a:ea typeface="+mn-lt"/>
                <a:cs typeface="+mn-lt"/>
              </a:rPr>
              <a:t>3. Victim routed to </a:t>
            </a:r>
            <a:r>
              <a:rPr lang="en-US" sz="2000">
                <a:ea typeface="+mn-lt"/>
                <a:cs typeface="+mn-lt"/>
                <a:hlinkClick r:id="rId3"/>
              </a:rPr>
              <a:t>www.piaszza.com</a:t>
            </a:r>
            <a:r>
              <a:rPr lang="en-US" sz="2000">
                <a:ea typeface="+mn-lt"/>
                <a:cs typeface="+mn-lt"/>
              </a:rPr>
              <a:t> </a:t>
            </a:r>
            <a:endParaRPr lang="en-US" sz="2000"/>
          </a:p>
          <a:p>
            <a:r>
              <a:rPr lang="en-US" sz="2000">
                <a:ea typeface="+mn-lt"/>
                <a:cs typeface="+mn-lt"/>
              </a:rPr>
              <a:t>4. Victim’s endpoint downloads the executable as the malware documents are downloaded from the compromised website, piaszza.com </a:t>
            </a:r>
            <a:endParaRPr lang="en-US" sz="2000"/>
          </a:p>
          <a:p>
            <a:endParaRPr lang="en-US" sz="1400"/>
          </a:p>
          <a:p>
            <a:endParaRPr lang="en-US">
              <a:latin typeface="Calibri"/>
              <a:cs typeface="Calibri"/>
            </a:endParaRPr>
          </a:p>
        </p:txBody>
      </p:sp>
      <p:sp>
        <p:nvSpPr>
          <p:cNvPr id="3" name="TextBox 2">
            <a:extLst>
              <a:ext uri="{FF2B5EF4-FFF2-40B4-BE49-F238E27FC236}">
                <a16:creationId xmlns:a16="http://schemas.microsoft.com/office/drawing/2014/main" id="{B084E544-5AA6-470D-8096-CD3B6C06F2C6}"/>
              </a:ext>
            </a:extLst>
          </p:cNvPr>
          <p:cNvSpPr txBox="1"/>
          <p:nvPr/>
        </p:nvSpPr>
        <p:spPr>
          <a:xfrm>
            <a:off x="4724400" y="3200399"/>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Click to add text</a:t>
            </a:r>
          </a:p>
        </p:txBody>
      </p:sp>
      <p:pic>
        <p:nvPicPr>
          <p:cNvPr id="4" name="Picture 4" descr="A screenshot of a cell phone&#10;&#10;Description automatically generated">
            <a:extLst>
              <a:ext uri="{FF2B5EF4-FFF2-40B4-BE49-F238E27FC236}">
                <a16:creationId xmlns:a16="http://schemas.microsoft.com/office/drawing/2014/main" id="{BB332E0D-11FD-4F7F-A254-888D599BD5FF}"/>
              </a:ext>
            </a:extLst>
          </p:cNvPr>
          <p:cNvPicPr>
            <a:picLocks noChangeAspect="1"/>
          </p:cNvPicPr>
          <p:nvPr/>
        </p:nvPicPr>
        <p:blipFill>
          <a:blip r:embed="rId4"/>
          <a:stretch>
            <a:fillRect/>
          </a:stretch>
        </p:blipFill>
        <p:spPr>
          <a:xfrm>
            <a:off x="4724400" y="2014881"/>
            <a:ext cx="5722960" cy="4272626"/>
          </a:xfrm>
          <a:prstGeom prst="rect">
            <a:avLst/>
          </a:prstGeom>
        </p:spPr>
      </p:pic>
    </p:spTree>
    <p:extLst>
      <p:ext uri="{BB962C8B-B14F-4D97-AF65-F5344CB8AC3E}">
        <p14:creationId xmlns:p14="http://schemas.microsoft.com/office/powerpoint/2010/main" val="7054733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2EF96-E6E8-46B5-BA7B-0DE966B2DECD}"/>
              </a:ext>
            </a:extLst>
          </p:cNvPr>
          <p:cNvSpPr>
            <a:spLocks noGrp="1"/>
          </p:cNvSpPr>
          <p:nvPr>
            <p:ph type="title"/>
          </p:nvPr>
        </p:nvSpPr>
        <p:spPr/>
        <p:txBody>
          <a:bodyPr>
            <a:noAutofit/>
          </a:bodyPr>
          <a:lstStyle/>
          <a:p>
            <a:r>
              <a:rPr lang="en-US">
                <a:latin typeface="Rockwell Condensed"/>
              </a:rPr>
              <a:t>EMOTET INFECTION CHAIN VIA SPEARPHISHING LINK (steps 5-8)</a:t>
            </a:r>
          </a:p>
        </p:txBody>
      </p:sp>
      <p:pic>
        <p:nvPicPr>
          <p:cNvPr id="8" name="Picture 8">
            <a:extLst>
              <a:ext uri="{FF2B5EF4-FFF2-40B4-BE49-F238E27FC236}">
                <a16:creationId xmlns:a16="http://schemas.microsoft.com/office/drawing/2014/main" id="{5DF0F14D-922D-4547-A49B-A11174DCAADA}"/>
              </a:ext>
            </a:extLst>
          </p:cNvPr>
          <p:cNvPicPr>
            <a:picLocks noGrp="1" noChangeAspect="1"/>
          </p:cNvPicPr>
          <p:nvPr>
            <p:ph idx="1"/>
          </p:nvPr>
        </p:nvPicPr>
        <p:blipFill>
          <a:blip r:embed="rId2"/>
          <a:stretch>
            <a:fillRect/>
          </a:stretch>
        </p:blipFill>
        <p:spPr>
          <a:xfrm>
            <a:off x="3987465" y="6283371"/>
            <a:ext cx="7296150" cy="323850"/>
          </a:xfrm>
        </p:spPr>
      </p:pic>
      <p:sp>
        <p:nvSpPr>
          <p:cNvPr id="10" name="TextBox 9">
            <a:extLst>
              <a:ext uri="{FF2B5EF4-FFF2-40B4-BE49-F238E27FC236}">
                <a16:creationId xmlns:a16="http://schemas.microsoft.com/office/drawing/2014/main" id="{BCC21E4D-EE69-43F4-ADAE-88FF882A3661}"/>
              </a:ext>
            </a:extLst>
          </p:cNvPr>
          <p:cNvSpPr txBox="1"/>
          <p:nvPr/>
        </p:nvSpPr>
        <p:spPr>
          <a:xfrm>
            <a:off x="489679" y="2188564"/>
            <a:ext cx="3505199" cy="40626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ea typeface="+mn-lt"/>
                <a:cs typeface="+mn-lt"/>
              </a:rPr>
              <a:t>Steps: </a:t>
            </a:r>
          </a:p>
          <a:p>
            <a:endParaRPr lang="en-US" sz="2000"/>
          </a:p>
          <a:p>
            <a:r>
              <a:rPr lang="en-US" sz="2000">
                <a:latin typeface="Rockwell"/>
                <a:cs typeface="Calibri"/>
              </a:rPr>
              <a:t>5. Malware documents enabled and </a:t>
            </a:r>
            <a:r>
              <a:rPr lang="en-US" sz="2000" err="1">
                <a:latin typeface="Rockwell"/>
                <a:cs typeface="Calibri"/>
              </a:rPr>
              <a:t>Powershell</a:t>
            </a:r>
            <a:r>
              <a:rPr lang="en-US" sz="2000">
                <a:latin typeface="Rockwell"/>
                <a:cs typeface="Calibri"/>
              </a:rPr>
              <a:t> decodes user data and masks user form. </a:t>
            </a:r>
          </a:p>
          <a:p>
            <a:r>
              <a:rPr lang="en-US" sz="2000">
                <a:latin typeface="Rockwell"/>
                <a:cs typeface="Calibri"/>
              </a:rPr>
              <a:t>6. </a:t>
            </a:r>
            <a:r>
              <a:rPr lang="en-US" sz="2000" err="1">
                <a:latin typeface="Rockwell"/>
                <a:cs typeface="Calibri"/>
              </a:rPr>
              <a:t>Powershell</a:t>
            </a:r>
            <a:r>
              <a:rPr lang="en-US" sz="2000">
                <a:latin typeface="Rockwell"/>
                <a:cs typeface="Calibri"/>
              </a:rPr>
              <a:t> executed as Base64 encoded </a:t>
            </a:r>
          </a:p>
          <a:p>
            <a:r>
              <a:rPr lang="en-US" sz="2000">
                <a:latin typeface="Rockwell"/>
                <a:cs typeface="Calibri"/>
              </a:rPr>
              <a:t>7. </a:t>
            </a:r>
            <a:r>
              <a:rPr lang="en-US" sz="2000" err="1">
                <a:latin typeface="Rockwell"/>
                <a:cs typeface="Calibri"/>
              </a:rPr>
              <a:t>Emotet</a:t>
            </a:r>
            <a:r>
              <a:rPr lang="en-US" sz="2000">
                <a:latin typeface="Rockwell"/>
                <a:cs typeface="Calibri"/>
              </a:rPr>
              <a:t> loader downloads by trying URLs list</a:t>
            </a:r>
          </a:p>
          <a:p>
            <a:r>
              <a:rPr lang="en-US" sz="2000">
                <a:latin typeface="Rockwell"/>
                <a:cs typeface="Calibri"/>
              </a:rPr>
              <a:t>8. Controller IP, HTTP traffic sent over port 50000</a:t>
            </a:r>
          </a:p>
          <a:p>
            <a:endParaRPr lang="en-US">
              <a:latin typeface="Calibri"/>
              <a:cs typeface="Calibri"/>
            </a:endParaRPr>
          </a:p>
        </p:txBody>
      </p:sp>
      <p:sp>
        <p:nvSpPr>
          <p:cNvPr id="3" name="TextBox 2">
            <a:extLst>
              <a:ext uri="{FF2B5EF4-FFF2-40B4-BE49-F238E27FC236}">
                <a16:creationId xmlns:a16="http://schemas.microsoft.com/office/drawing/2014/main" id="{B084E544-5AA6-470D-8096-CD3B6C06F2C6}"/>
              </a:ext>
            </a:extLst>
          </p:cNvPr>
          <p:cNvSpPr txBox="1"/>
          <p:nvPr/>
        </p:nvSpPr>
        <p:spPr>
          <a:xfrm>
            <a:off x="4724400" y="3200399"/>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Click to add text</a:t>
            </a:r>
          </a:p>
        </p:txBody>
      </p:sp>
      <p:pic>
        <p:nvPicPr>
          <p:cNvPr id="4" name="Picture 4" descr="A screenshot of a cell phone&#10;&#10;Description automatically generated">
            <a:extLst>
              <a:ext uri="{FF2B5EF4-FFF2-40B4-BE49-F238E27FC236}">
                <a16:creationId xmlns:a16="http://schemas.microsoft.com/office/drawing/2014/main" id="{BB332E0D-11FD-4F7F-A254-888D599BD5FF}"/>
              </a:ext>
            </a:extLst>
          </p:cNvPr>
          <p:cNvPicPr>
            <a:picLocks noChangeAspect="1"/>
          </p:cNvPicPr>
          <p:nvPr/>
        </p:nvPicPr>
        <p:blipFill>
          <a:blip r:embed="rId3"/>
          <a:stretch>
            <a:fillRect/>
          </a:stretch>
        </p:blipFill>
        <p:spPr>
          <a:xfrm>
            <a:off x="4724400" y="2014881"/>
            <a:ext cx="5722960" cy="4272626"/>
          </a:xfrm>
          <a:prstGeom prst="rect">
            <a:avLst/>
          </a:prstGeom>
        </p:spPr>
      </p:pic>
    </p:spTree>
    <p:extLst>
      <p:ext uri="{BB962C8B-B14F-4D97-AF65-F5344CB8AC3E}">
        <p14:creationId xmlns:p14="http://schemas.microsoft.com/office/powerpoint/2010/main" val="32661927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78B0A-1EDE-4DE0-A4F0-BDEFED819496}"/>
              </a:ext>
            </a:extLst>
          </p:cNvPr>
          <p:cNvSpPr>
            <a:spLocks noGrp="1"/>
          </p:cNvSpPr>
          <p:nvPr>
            <p:ph type="title"/>
          </p:nvPr>
        </p:nvSpPr>
        <p:spPr/>
        <p:txBody>
          <a:bodyPr/>
          <a:lstStyle/>
          <a:p>
            <a:r>
              <a:rPr lang="en-US">
                <a:latin typeface="Rockwell Condensed"/>
                <a:cs typeface="Calibri Light"/>
              </a:rPr>
              <a:t>Grammar &amp; punctuation</a:t>
            </a:r>
            <a:endParaRPr lang="en-US">
              <a:latin typeface="Rockwell Condensed"/>
            </a:endParaRPr>
          </a:p>
        </p:txBody>
      </p:sp>
      <p:sp>
        <p:nvSpPr>
          <p:cNvPr id="3" name="Content Placeholder 2">
            <a:extLst>
              <a:ext uri="{FF2B5EF4-FFF2-40B4-BE49-F238E27FC236}">
                <a16:creationId xmlns:a16="http://schemas.microsoft.com/office/drawing/2014/main" id="{CA1D8D49-D5F5-4CF5-BEA3-D61F1D81CC7B}"/>
              </a:ext>
            </a:extLst>
          </p:cNvPr>
          <p:cNvSpPr>
            <a:spLocks noGrp="1"/>
          </p:cNvSpPr>
          <p:nvPr>
            <p:ph idx="1"/>
          </p:nvPr>
        </p:nvSpPr>
        <p:spPr/>
        <p:txBody>
          <a:bodyPr vert="horz" lIns="91440" tIns="45720" rIns="91440" bIns="45720" rtlCol="0" anchor="t">
            <a:normAutofit lnSpcReduction="10000"/>
          </a:bodyPr>
          <a:lstStyle/>
          <a:p>
            <a:pPr algn="ctr">
              <a:buNone/>
            </a:pPr>
            <a:r>
              <a:rPr lang="en-US" sz="2400">
                <a:ea typeface="+mn-lt"/>
                <a:cs typeface="+mn-lt"/>
              </a:rPr>
              <a:t>When it came to the crafting of the message, we focused primarily on the tone we were trying to convey. The average masters level student would have a vernacular that is more geared towards office settings and a formal workplace while also having brevity. The grammar should have no mistakes or common spelling errors because it would be a poor reflection on the author and thus seem irregular. </a:t>
            </a:r>
            <a:endParaRPr lang="en-US"/>
          </a:p>
          <a:p>
            <a:pPr marL="0" indent="0" algn="ctr">
              <a:buNone/>
            </a:pPr>
            <a:r>
              <a:rPr lang="en-US" sz="2400">
                <a:ea typeface="+mn-lt"/>
                <a:cs typeface="+mn-lt"/>
              </a:rPr>
              <a:t>When it came to punctuation, we didn’t want to make the title so formal. We used "I am very new to programming" without a period because when entering in Piazza you are using this header as an eye-catcher and less of a statement. The body of the question is long enough to fill an email whether it is on a phone or laptop, so it doesn’t give the appearance of trying to hide anything. </a:t>
            </a:r>
            <a:endParaRPr lang="en-US"/>
          </a:p>
        </p:txBody>
      </p:sp>
    </p:spTree>
    <p:extLst>
      <p:ext uri="{BB962C8B-B14F-4D97-AF65-F5344CB8AC3E}">
        <p14:creationId xmlns:p14="http://schemas.microsoft.com/office/powerpoint/2010/main" val="15790898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157EC-5B58-4D8B-AE64-3043FC6EBB9D}"/>
              </a:ext>
            </a:extLst>
          </p:cNvPr>
          <p:cNvSpPr>
            <a:spLocks noGrp="1"/>
          </p:cNvSpPr>
          <p:nvPr>
            <p:ph type="title"/>
          </p:nvPr>
        </p:nvSpPr>
        <p:spPr/>
        <p:txBody>
          <a:bodyPr/>
          <a:lstStyle/>
          <a:p>
            <a:r>
              <a:rPr lang="en-US"/>
              <a:t>MESSAGE LAYOUT/FORMATTING</a:t>
            </a:r>
            <a:endParaRPr lang="en-US">
              <a:ea typeface="+mj-lt"/>
              <a:cs typeface="+mj-lt"/>
            </a:endParaRPr>
          </a:p>
          <a:p>
            <a:endParaRPr lang="en-US"/>
          </a:p>
        </p:txBody>
      </p:sp>
      <p:pic>
        <p:nvPicPr>
          <p:cNvPr id="7" name="Picture 7" descr="A screenshot of a social media post&#10;&#10;Description automatically generated">
            <a:extLst>
              <a:ext uri="{FF2B5EF4-FFF2-40B4-BE49-F238E27FC236}">
                <a16:creationId xmlns:a16="http://schemas.microsoft.com/office/drawing/2014/main" id="{9A65A962-0C61-40F4-8C57-88422E95213F}"/>
              </a:ext>
            </a:extLst>
          </p:cNvPr>
          <p:cNvPicPr>
            <a:picLocks noChangeAspect="1"/>
          </p:cNvPicPr>
          <p:nvPr/>
        </p:nvPicPr>
        <p:blipFill>
          <a:blip r:embed="rId2"/>
          <a:stretch>
            <a:fillRect/>
          </a:stretch>
        </p:blipFill>
        <p:spPr>
          <a:xfrm>
            <a:off x="1072376" y="1867073"/>
            <a:ext cx="10335321" cy="3913731"/>
          </a:xfrm>
          <a:prstGeom prst="rect">
            <a:avLst/>
          </a:prstGeom>
        </p:spPr>
      </p:pic>
    </p:spTree>
    <p:extLst>
      <p:ext uri="{BB962C8B-B14F-4D97-AF65-F5344CB8AC3E}">
        <p14:creationId xmlns:p14="http://schemas.microsoft.com/office/powerpoint/2010/main" val="34046965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78B0A-1EDE-4DE0-A4F0-BDEFED819496}"/>
              </a:ext>
            </a:extLst>
          </p:cNvPr>
          <p:cNvSpPr>
            <a:spLocks noGrp="1"/>
          </p:cNvSpPr>
          <p:nvPr>
            <p:ph type="title"/>
          </p:nvPr>
        </p:nvSpPr>
        <p:spPr/>
        <p:txBody>
          <a:bodyPr/>
          <a:lstStyle/>
          <a:p>
            <a:r>
              <a:rPr lang="en-US">
                <a:latin typeface="Rockwell Condensed"/>
                <a:cs typeface="Calibri Light"/>
              </a:rPr>
              <a:t>Message layout/formatting</a:t>
            </a:r>
            <a:endParaRPr lang="en-US">
              <a:latin typeface="Rockwell Condensed"/>
            </a:endParaRPr>
          </a:p>
        </p:txBody>
      </p:sp>
      <p:sp>
        <p:nvSpPr>
          <p:cNvPr id="3" name="Content Placeholder 2">
            <a:extLst>
              <a:ext uri="{FF2B5EF4-FFF2-40B4-BE49-F238E27FC236}">
                <a16:creationId xmlns:a16="http://schemas.microsoft.com/office/drawing/2014/main" id="{CA1D8D49-D5F5-4CF5-BEA3-D61F1D81CC7B}"/>
              </a:ext>
            </a:extLst>
          </p:cNvPr>
          <p:cNvSpPr>
            <a:spLocks noGrp="1"/>
          </p:cNvSpPr>
          <p:nvPr>
            <p:ph idx="1"/>
          </p:nvPr>
        </p:nvSpPr>
        <p:spPr/>
        <p:txBody>
          <a:bodyPr vert="horz" lIns="91440" tIns="45720" rIns="91440" bIns="45720" rtlCol="0" anchor="t">
            <a:normAutofit/>
          </a:bodyPr>
          <a:lstStyle/>
          <a:p>
            <a:pPr marL="0" indent="0" algn="ctr">
              <a:buNone/>
            </a:pPr>
            <a:endParaRPr lang="en-US" sz="2400">
              <a:ea typeface="+mn-lt"/>
              <a:cs typeface="+mn-lt"/>
            </a:endParaRPr>
          </a:p>
          <a:p>
            <a:pPr marL="0" indent="0" algn="ctr">
              <a:buNone/>
            </a:pPr>
            <a:r>
              <a:rPr lang="en-US" sz="2400">
                <a:ea typeface="+mn-lt"/>
                <a:cs typeface="+mn-lt"/>
              </a:rPr>
              <a:t>As seen from the image of the previous slide, the formatting of the message was taken directly from the Piazza no reply messages sent to students. The links also work similar, the "piazza.com/</a:t>
            </a:r>
            <a:r>
              <a:rPr lang="en-US" sz="2400" err="1">
                <a:ea typeface="+mn-lt"/>
                <a:cs typeface="+mn-lt"/>
              </a:rPr>
              <a:t>gatech</a:t>
            </a:r>
            <a:r>
              <a:rPr lang="en-US" sz="2400">
                <a:ea typeface="+mn-lt"/>
                <a:cs typeface="+mn-lt"/>
              </a:rPr>
              <a:t>" redirects to the correct site, yet the other two links trigger a download zip with a non-malicious exe.</a:t>
            </a:r>
            <a:endParaRPr lang="en-US" sz="2400"/>
          </a:p>
          <a:p>
            <a:pPr marL="0" indent="0" algn="ctr">
              <a:buNone/>
            </a:pPr>
            <a:r>
              <a:rPr lang="en-US" sz="2400">
                <a:ea typeface="+mn-lt"/>
                <a:cs typeface="Calibri"/>
              </a:rPr>
              <a:t>We were able to bypass Outlook's sender check as well and fully spoof a valid sender making the attack even harder to detect. GA Tech's Outlook also seems to white list Piazza messages making even better because it seems that it is helping us avoid the spam detector making the attack much more efficient.</a:t>
            </a:r>
            <a:endParaRPr lang="en-US"/>
          </a:p>
        </p:txBody>
      </p:sp>
    </p:spTree>
    <p:extLst>
      <p:ext uri="{BB962C8B-B14F-4D97-AF65-F5344CB8AC3E}">
        <p14:creationId xmlns:p14="http://schemas.microsoft.com/office/powerpoint/2010/main" val="2826079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78B0A-1EDE-4DE0-A4F0-BDEFED819496}"/>
              </a:ext>
            </a:extLst>
          </p:cNvPr>
          <p:cNvSpPr>
            <a:spLocks noGrp="1"/>
          </p:cNvSpPr>
          <p:nvPr>
            <p:ph type="title"/>
          </p:nvPr>
        </p:nvSpPr>
        <p:spPr/>
        <p:txBody>
          <a:bodyPr/>
          <a:lstStyle/>
          <a:p>
            <a:r>
              <a:rPr lang="en-US">
                <a:latin typeface="Rockwell Condensed"/>
                <a:cs typeface="Calibri Light"/>
              </a:rPr>
              <a:t>URL obfuscation</a:t>
            </a:r>
            <a:endParaRPr lang="en-US">
              <a:latin typeface="Rockwell Condensed"/>
            </a:endParaRPr>
          </a:p>
        </p:txBody>
      </p:sp>
      <p:pic>
        <p:nvPicPr>
          <p:cNvPr id="5" name="Picture 6" descr="A screenshot of a cell phone&#10;&#10;Description automatically generated">
            <a:extLst>
              <a:ext uri="{FF2B5EF4-FFF2-40B4-BE49-F238E27FC236}">
                <a16:creationId xmlns:a16="http://schemas.microsoft.com/office/drawing/2014/main" id="{DD717F07-3299-45B4-8C85-EB16A293F4EA}"/>
              </a:ext>
            </a:extLst>
          </p:cNvPr>
          <p:cNvPicPr>
            <a:picLocks noGrp="1" noChangeAspect="1"/>
          </p:cNvPicPr>
          <p:nvPr>
            <p:ph idx="1"/>
          </p:nvPr>
        </p:nvPicPr>
        <p:blipFill>
          <a:blip r:embed="rId2"/>
          <a:stretch>
            <a:fillRect/>
          </a:stretch>
        </p:blipFill>
        <p:spPr>
          <a:xfrm>
            <a:off x="865409" y="2023422"/>
            <a:ext cx="10615960" cy="4070203"/>
          </a:xfrm>
        </p:spPr>
      </p:pic>
      <p:pic>
        <p:nvPicPr>
          <p:cNvPr id="7" name="Picture 7" descr="A screenshot of a cell phone&#10;&#10;Description automatically generated">
            <a:extLst>
              <a:ext uri="{FF2B5EF4-FFF2-40B4-BE49-F238E27FC236}">
                <a16:creationId xmlns:a16="http://schemas.microsoft.com/office/drawing/2014/main" id="{9A90F56E-94E8-49B4-BFED-C75B5C6E765A}"/>
              </a:ext>
            </a:extLst>
          </p:cNvPr>
          <p:cNvPicPr>
            <a:picLocks noChangeAspect="1"/>
          </p:cNvPicPr>
          <p:nvPr/>
        </p:nvPicPr>
        <p:blipFill>
          <a:blip r:embed="rId3"/>
          <a:stretch>
            <a:fillRect/>
          </a:stretch>
        </p:blipFill>
        <p:spPr>
          <a:xfrm>
            <a:off x="3189962" y="2186567"/>
            <a:ext cx="2513557" cy="2610126"/>
          </a:xfrm>
          <a:prstGeom prst="rect">
            <a:avLst/>
          </a:prstGeom>
        </p:spPr>
      </p:pic>
    </p:spTree>
    <p:extLst>
      <p:ext uri="{BB962C8B-B14F-4D97-AF65-F5344CB8AC3E}">
        <p14:creationId xmlns:p14="http://schemas.microsoft.com/office/powerpoint/2010/main" val="223933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78B0A-1EDE-4DE0-A4F0-BDEFED819496}"/>
              </a:ext>
            </a:extLst>
          </p:cNvPr>
          <p:cNvSpPr>
            <a:spLocks noGrp="1"/>
          </p:cNvSpPr>
          <p:nvPr>
            <p:ph type="title"/>
          </p:nvPr>
        </p:nvSpPr>
        <p:spPr/>
        <p:txBody>
          <a:bodyPr/>
          <a:lstStyle/>
          <a:p>
            <a:r>
              <a:rPr lang="en-US">
                <a:latin typeface="Rockwell Condensed"/>
                <a:cs typeface="Calibri Light"/>
              </a:rPr>
              <a:t>URL obfuscation</a:t>
            </a:r>
            <a:endParaRPr lang="en-US">
              <a:latin typeface="Rockwell Condensed"/>
            </a:endParaRPr>
          </a:p>
        </p:txBody>
      </p:sp>
      <p:sp>
        <p:nvSpPr>
          <p:cNvPr id="3" name="Content Placeholder 2">
            <a:extLst>
              <a:ext uri="{FF2B5EF4-FFF2-40B4-BE49-F238E27FC236}">
                <a16:creationId xmlns:a16="http://schemas.microsoft.com/office/drawing/2014/main" id="{CA1D8D49-D5F5-4CF5-BEA3-D61F1D81CC7B}"/>
              </a:ext>
            </a:extLst>
          </p:cNvPr>
          <p:cNvSpPr>
            <a:spLocks noGrp="1"/>
          </p:cNvSpPr>
          <p:nvPr>
            <p:ph idx="1"/>
          </p:nvPr>
        </p:nvSpPr>
        <p:spPr/>
        <p:txBody>
          <a:bodyPr vert="horz" lIns="91440" tIns="45720" rIns="91440" bIns="45720" rtlCol="0" anchor="t">
            <a:normAutofit/>
          </a:bodyPr>
          <a:lstStyle/>
          <a:p>
            <a:pPr marL="0" indent="0" algn="ctr">
              <a:buNone/>
            </a:pPr>
            <a:endParaRPr lang="en-US" sz="2400"/>
          </a:p>
          <a:p>
            <a:pPr marL="0" indent="0" algn="ctr">
              <a:buNone/>
            </a:pPr>
            <a:r>
              <a:rPr lang="en-US" sz="2400">
                <a:ea typeface="+mn-lt"/>
                <a:cs typeface="+mn-lt"/>
              </a:rPr>
              <a:t>The fake </a:t>
            </a:r>
            <a:r>
              <a:rPr lang="en-US" sz="2400" err="1">
                <a:ea typeface="+mn-lt"/>
                <a:cs typeface="+mn-lt"/>
              </a:rPr>
              <a:t>Piaszza</a:t>
            </a:r>
            <a:r>
              <a:rPr lang="en-US" sz="2400">
                <a:ea typeface="+mn-lt"/>
                <a:cs typeface="+mn-lt"/>
              </a:rPr>
              <a:t> URL/domain name was used to host a small flask API on port 80 using a digital ocean droplet. What the API does is host a download file route "/" and a "/access" post route, any other route will work but will redirect to piazza's site. The API tracks the user's IP for downloads and tracks the harmless executable run as well as user input data. This JSON data is sent to "/access" as a post. All the data is then logged.</a:t>
            </a:r>
          </a:p>
          <a:p>
            <a:pPr marL="0" indent="0" algn="ctr">
              <a:buNone/>
            </a:pPr>
            <a:r>
              <a:rPr lang="en-US" sz="2400">
                <a:cs typeface="Calibri"/>
              </a:rPr>
              <a:t>Since the whole email looks legitimate, the user will be less worried about the email being spam and will click on the links out of habit.</a:t>
            </a:r>
          </a:p>
        </p:txBody>
      </p:sp>
    </p:spTree>
    <p:extLst>
      <p:ext uri="{BB962C8B-B14F-4D97-AF65-F5344CB8AC3E}">
        <p14:creationId xmlns:p14="http://schemas.microsoft.com/office/powerpoint/2010/main" val="28563323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78B0A-1EDE-4DE0-A4F0-BDEFED819496}"/>
              </a:ext>
            </a:extLst>
          </p:cNvPr>
          <p:cNvSpPr>
            <a:spLocks noGrp="1"/>
          </p:cNvSpPr>
          <p:nvPr>
            <p:ph type="title"/>
          </p:nvPr>
        </p:nvSpPr>
        <p:spPr/>
        <p:txBody>
          <a:bodyPr/>
          <a:lstStyle/>
          <a:p>
            <a:r>
              <a:rPr lang="en-US">
                <a:latin typeface="Rockwell Condensed"/>
                <a:cs typeface="Calibri Light"/>
              </a:rPr>
              <a:t>Plausible addressing</a:t>
            </a:r>
            <a:endParaRPr lang="en-US">
              <a:latin typeface="Rockwell Condensed"/>
            </a:endParaRPr>
          </a:p>
        </p:txBody>
      </p:sp>
      <p:sp>
        <p:nvSpPr>
          <p:cNvPr id="3" name="Content Placeholder 2">
            <a:extLst>
              <a:ext uri="{FF2B5EF4-FFF2-40B4-BE49-F238E27FC236}">
                <a16:creationId xmlns:a16="http://schemas.microsoft.com/office/drawing/2014/main" id="{CA1D8D49-D5F5-4CF5-BEA3-D61F1D81CC7B}"/>
              </a:ext>
            </a:extLst>
          </p:cNvPr>
          <p:cNvSpPr>
            <a:spLocks noGrp="1"/>
          </p:cNvSpPr>
          <p:nvPr>
            <p:ph idx="1"/>
          </p:nvPr>
        </p:nvSpPr>
        <p:spPr/>
        <p:txBody>
          <a:bodyPr vert="horz" lIns="91440" tIns="45720" rIns="91440" bIns="45720" rtlCol="0" anchor="t">
            <a:normAutofit lnSpcReduction="10000"/>
          </a:bodyPr>
          <a:lstStyle/>
          <a:p>
            <a:pPr algn="ctr">
              <a:buNone/>
            </a:pPr>
            <a:r>
              <a:rPr lang="en-US" sz="2400">
                <a:ea typeface="+mn-lt"/>
                <a:cs typeface="+mn-lt"/>
              </a:rPr>
              <a:t>The address in which the email is coming from is identical to the one the Teaching Assistant would receive from the Piazza System. The idea that this address is coming from a legitimate source is very plausible because the email address is an exact copy of the real thing. No better illusion than the truth. </a:t>
            </a:r>
            <a:endParaRPr lang="en-US"/>
          </a:p>
          <a:p>
            <a:pPr algn="ctr">
              <a:buNone/>
            </a:pPr>
            <a:r>
              <a:rPr lang="en-US" sz="2400">
                <a:ea typeface="+mn-lt"/>
                <a:cs typeface="+mn-lt"/>
              </a:rPr>
              <a:t>We aim to deceive the TA by not letting his guard be activated through small spelling changes. While addresses that were similar were available such as adding another "z" or "a" character or having it show a different domain at the end such as "</a:t>
            </a:r>
            <a:r>
              <a:rPr lang="en-US" sz="2400" err="1">
                <a:ea typeface="+mn-lt"/>
                <a:cs typeface="+mn-lt"/>
              </a:rPr>
              <a:t>.net</a:t>
            </a:r>
            <a:r>
              <a:rPr lang="en-US" sz="2400">
                <a:ea typeface="+mn-lt"/>
                <a:cs typeface="+mn-lt"/>
              </a:rPr>
              <a:t>" or ".co". When we tested it out on each other, or when we discussed options, each person would be drawn to different changes in email and that the change was extremely noticeable. Thus, the best and most plausible address was a clone. </a:t>
            </a:r>
            <a:endParaRPr lang="en-US"/>
          </a:p>
          <a:p>
            <a:pPr marL="0" indent="0" algn="ctr">
              <a:buNone/>
            </a:pPr>
            <a:endParaRPr lang="en-US" sz="2400">
              <a:ea typeface="+mn-lt"/>
              <a:cs typeface="+mn-lt"/>
            </a:endParaRPr>
          </a:p>
          <a:p>
            <a:pPr marL="0" indent="0" algn="ctr">
              <a:buNone/>
            </a:pPr>
            <a:endParaRPr lang="en-US" sz="2400">
              <a:ea typeface="+mn-lt"/>
              <a:cs typeface="+mn-lt"/>
            </a:endParaRPr>
          </a:p>
          <a:p>
            <a:pPr marL="0" indent="0" algn="ctr">
              <a:buNone/>
            </a:pPr>
            <a:endParaRPr lang="en-US" sz="2400">
              <a:cs typeface="Calibri"/>
            </a:endParaRPr>
          </a:p>
        </p:txBody>
      </p:sp>
    </p:spTree>
    <p:extLst>
      <p:ext uri="{BB962C8B-B14F-4D97-AF65-F5344CB8AC3E}">
        <p14:creationId xmlns:p14="http://schemas.microsoft.com/office/powerpoint/2010/main" val="17206809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78B0A-1EDE-4DE0-A4F0-BDEFED819496}"/>
              </a:ext>
            </a:extLst>
          </p:cNvPr>
          <p:cNvSpPr>
            <a:spLocks noGrp="1"/>
          </p:cNvSpPr>
          <p:nvPr>
            <p:ph type="title"/>
          </p:nvPr>
        </p:nvSpPr>
        <p:spPr/>
        <p:txBody>
          <a:bodyPr/>
          <a:lstStyle/>
          <a:p>
            <a:r>
              <a:rPr lang="en-US">
                <a:latin typeface="Rockwell Condensed"/>
                <a:cs typeface="Calibri Light"/>
              </a:rPr>
              <a:t>I LOVE IT WHEN PLAN COMES TOGETHER!</a:t>
            </a:r>
          </a:p>
        </p:txBody>
      </p:sp>
      <p:sp>
        <p:nvSpPr>
          <p:cNvPr id="3" name="Content Placeholder 2">
            <a:extLst>
              <a:ext uri="{FF2B5EF4-FFF2-40B4-BE49-F238E27FC236}">
                <a16:creationId xmlns:a16="http://schemas.microsoft.com/office/drawing/2014/main" id="{CA1D8D49-D5F5-4CF5-BEA3-D61F1D81CC7B}"/>
              </a:ext>
            </a:extLst>
          </p:cNvPr>
          <p:cNvSpPr>
            <a:spLocks noGrp="1"/>
          </p:cNvSpPr>
          <p:nvPr>
            <p:ph idx="1"/>
          </p:nvPr>
        </p:nvSpPr>
        <p:spPr>
          <a:xfrm>
            <a:off x="1069848" y="2098662"/>
            <a:ext cx="10058400" cy="4380612"/>
          </a:xfrm>
        </p:spPr>
        <p:txBody>
          <a:bodyPr vert="horz" lIns="91440" tIns="45720" rIns="91440" bIns="45720" rtlCol="0" anchor="t">
            <a:normAutofit lnSpcReduction="10000"/>
          </a:bodyPr>
          <a:lstStyle/>
          <a:p>
            <a:pPr algn="ctr">
              <a:buNone/>
            </a:pPr>
            <a:r>
              <a:rPr lang="en-US" sz="2400">
                <a:ea typeface="+mn-lt"/>
                <a:cs typeface="+mn-lt"/>
              </a:rPr>
              <a:t>A Teaching Assistant strives for the success of their students. I have seen Piazza posts answered well into the late-night and that is because the Teaching Assistant doesn’t want any delays in our learning. We have a robust class size in which many questions are being asked on Piazza but the average wait time for a question to be answered is 30 minutes. </a:t>
            </a:r>
            <a:endParaRPr lang="en-US">
              <a:ea typeface="+mn-lt"/>
              <a:cs typeface="+mn-lt"/>
            </a:endParaRPr>
          </a:p>
          <a:p>
            <a:pPr algn="ctr">
              <a:buNone/>
            </a:pPr>
            <a:r>
              <a:rPr lang="en-US" sz="2400">
                <a:ea typeface="+mn-lt"/>
                <a:cs typeface="+mn-lt"/>
              </a:rPr>
              <a:t>We believed that the high turnover rate plus the high volume would allow our email to slip past the detection of even an eagle-eyed TA. The mind looks for certain familiar things when opening an email and in the case of Piazza, the things of primary focus would be the question and the link. By ensuring the message was identical to the message that would be crafted in the system, we hope to lower the defense of our Teaching Assistant by exploiting the good nature of an academic scholar. </a:t>
            </a:r>
            <a:endParaRPr lang="en-US">
              <a:ea typeface="+mn-lt"/>
              <a:cs typeface="+mn-lt"/>
            </a:endParaRPr>
          </a:p>
          <a:p>
            <a:pPr algn="ctr">
              <a:buFont typeface="Wingdings"/>
              <a:buChar char="§"/>
            </a:pPr>
            <a:endParaRPr lang="en-US"/>
          </a:p>
          <a:p>
            <a:pPr marL="0" indent="0" algn="ctr">
              <a:buNone/>
            </a:pPr>
            <a:endParaRPr lang="en-US" sz="2400">
              <a:cs typeface="Calibri"/>
            </a:endParaRPr>
          </a:p>
        </p:txBody>
      </p:sp>
    </p:spTree>
    <p:extLst>
      <p:ext uri="{BB962C8B-B14F-4D97-AF65-F5344CB8AC3E}">
        <p14:creationId xmlns:p14="http://schemas.microsoft.com/office/powerpoint/2010/main" val="341678067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26</Slides>
  <Notes>2</Notes>
  <HiddenSlides>0</HiddenSlide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Wood Type</vt:lpstr>
      <vt:lpstr>THE "Go Phish!" Assignment</vt:lpstr>
      <vt:lpstr>CAMPAIGN OVERVIEW</vt:lpstr>
      <vt:lpstr>WHAT WE WANT</vt:lpstr>
      <vt:lpstr>OUR ENDGAME</vt:lpstr>
      <vt:lpstr>THE DAMAGE INFLICTED</vt:lpstr>
      <vt:lpstr>HOW WE CAN BENEFIT</vt:lpstr>
      <vt:lpstr>TARGET IDENTIFICATION</vt:lpstr>
      <vt:lpstr>THE reconnaissance MISSION</vt:lpstr>
      <vt:lpstr>TARGETTING THE TARGET</vt:lpstr>
      <vt:lpstr>THE VULNERABILITY</vt:lpstr>
      <vt:lpstr>POTENTIAL FOR FAILURE</vt:lpstr>
      <vt:lpstr>EMOTET Trojan Malware (via Powershell)</vt:lpstr>
      <vt:lpstr>command-and-control (C2) node &amp; backend</vt:lpstr>
      <vt:lpstr>The delivery platform </vt:lpstr>
      <vt:lpstr>describes payload/exploit </vt:lpstr>
      <vt:lpstr>describes payload/exploit cont. </vt:lpstr>
      <vt:lpstr>Obtains plausible domain </vt:lpstr>
      <vt:lpstr>EMOTET INFECTION CHAIN VIA SPEARPHISHING LINK (steps 1-4)</vt:lpstr>
      <vt:lpstr>EMOTET INFECTION CHAIN VIA SPEARPHISHING LINK (steps 5-8)</vt:lpstr>
      <vt:lpstr>Grammar &amp; punctuation</vt:lpstr>
      <vt:lpstr>MESSAGE LAYOUT/FORMATTING </vt:lpstr>
      <vt:lpstr>Message layout/formatting</vt:lpstr>
      <vt:lpstr>URL obfuscation</vt:lpstr>
      <vt:lpstr>URL obfuscation</vt:lpstr>
      <vt:lpstr>Plausible addressing</vt:lpstr>
      <vt:lpstr>I LOVE IT WHEN PLAN COMES TOGETHER!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1</cp:revision>
  <dcterms:created xsi:type="dcterms:W3CDTF">2020-08-31T16:18:34Z</dcterms:created>
  <dcterms:modified xsi:type="dcterms:W3CDTF">2020-09-09T01:43:08Z</dcterms:modified>
</cp:coreProperties>
</file>